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9" r:id="rId4"/>
    <p:sldId id="270" r:id="rId5"/>
    <p:sldId id="271" r:id="rId6"/>
    <p:sldId id="260" r:id="rId7"/>
    <p:sldId id="261" r:id="rId8"/>
    <p:sldId id="262" r:id="rId9"/>
    <p:sldId id="263" r:id="rId10"/>
    <p:sldId id="264" r:id="rId11"/>
    <p:sldId id="267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E50"/>
    <a:srgbClr val="1C2E4A"/>
    <a:srgbClr val="0C192B"/>
    <a:srgbClr val="BDC4D4"/>
    <a:srgbClr val="52667E"/>
    <a:srgbClr val="D2CFCA"/>
    <a:srgbClr val="F9F9F9"/>
    <a:srgbClr val="FFFFFF"/>
    <a:srgbClr val="577B8A"/>
    <a:srgbClr val="F5E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0" autoAdjust="0"/>
    <p:restoredTop sz="94660"/>
  </p:normalViewPr>
  <p:slideViewPr>
    <p:cSldViewPr snapToGrid="0">
      <p:cViewPr>
        <p:scale>
          <a:sx n="66" d="100"/>
          <a:sy n="66" d="100"/>
        </p:scale>
        <p:origin x="2002" y="8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8A9F3D-333E-44A1-B004-06ECB9F27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3F7387-FF78-4FF1-B4C9-8934C26BE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2F17B8-1526-4926-86D7-2C71550A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21.02.2026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4D18FC-7033-4FA1-ADB5-429801F5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622AE3-9191-4756-B301-B5775A0E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300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3EBE1-BE93-4F59-887E-CB7601A3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F24D7F-AB93-40E0-B84D-571C0778F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C0E77D-112E-405A-A806-A23E2D8B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21.02.2026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58A2CB-16B9-4B43-B035-1CE4820C4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B18485-6E10-4758-A636-95757542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7784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F5A76-9BCB-42A2-B05B-619907823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7E3F7-D7F6-41F1-847C-B9FB9A265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CF2E5C-89B6-4547-823F-87C17C28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21.02.2026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6E912E-7C06-47E2-A3E2-EE9E7713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A6DC42-7F0A-4ED8-B306-3F2514E2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287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001F5-C6F6-4D22-8300-B246820D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BD1D6A-30A6-4C8D-8386-FF37ECCBF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7AAE94-15A3-44B3-995B-197D35163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CC2C7A-98A2-44F2-A32E-3D7E50C4C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21.02.2026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6B8FAE-F39D-4457-B93B-468BCD12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A69F9A-C545-44B1-96CF-9285CA5BC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110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A5C956-FADB-4C34-AB19-183A7AC0D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1F4211-107A-4E60-B366-ED2CCF34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C577B5F-D99F-4EE9-9A37-18A01DD7B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85E14D9-47BB-47A9-953B-8CAB4C047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CCDA46-1C48-4453-8692-C3DFB0025C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EBE5DE4-3CD2-4D18-91E5-07F22C61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21.02.2026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3C09475-F3A2-47DD-8ECB-67953FC6D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7E2D24-A4BA-4756-BE4F-E3FA61CED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0235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8168C-628B-4497-B156-690ACBFE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A0BA40-9CDA-4369-B501-DD3F4A1FC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21.02.2026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DA2A9D-3E36-4432-8DD1-063E04B6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35F704-7036-44AC-A91C-0C4152D2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363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D15E883-9020-4825-990E-1DD7F6E7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21.02.2026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F332574-1244-45DF-9C19-D3654D4F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E3CCFC-056C-4B00-8DD8-4750FAA5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97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F37D8C-7651-4C37-8C88-3F1679AF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6C2226-5DA8-4C80-B8F9-F18F905C5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77B639-ED77-40A8-87B0-644F7C4FC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78A5EB-7F04-46B9-A76B-AE615E6B8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21.02.2026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FE312D-1421-4951-9ED2-ECC8243FF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A741A1-BE53-4F5C-BAED-36211DA1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7934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EFC3F-C2DF-4E54-872F-E1A6DFDB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FC3F4C6-A010-44CD-B169-D27CA47B3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6EE3C6-7B62-4B5A-959E-EB6506E7C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C1DC6D-85FD-42C2-9FA8-50D5856AF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21.02.2026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F058AC-77C3-4A68-9800-1AE271FD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CA3007-2EA0-432D-AC55-3D90C636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3995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80082-8D91-440A-AB0A-5723441BA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EF5ADF-287A-4133-825E-E9B1CB0BB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4BF0B2-7013-4FCE-92CA-568935C60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21.02.2026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051F67-2A42-40A7-84EC-C0AB41895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DF8666-1C4A-43DD-89EB-837A11007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841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FC7FBA6-7C2C-4F42-9FDF-81E7040CA0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DA4923-0397-49E5-BC2E-9245FF5A5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5389F8-8CD8-4877-8240-C26C45747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21.02.2026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22F93E-92D0-48A0-967C-0DAC39474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E85C61-1AEC-4745-8188-E5F1BFFC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156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2E4FF-6B39-4BD5-8840-36BF5B517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DE5CB0-B3CB-4F89-9638-0ECDE0756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3E3041-C855-4F79-9AB3-D01D2662D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78902-5077-4F82-98AC-A93F4A948FA1}" type="datetimeFigureOut">
              <a:rPr lang="ru-RU" smtClean="0"/>
              <a:t>21.02.2026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6374CA-0597-472A-9547-AF049CD6E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E3D5B3-63D7-41E2-BFDD-1AA6AC779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A0651-4B0C-467E-916B-677F89FA37A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141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#_Toc222024034"/><Relationship Id="rId13" Type="http://schemas.openxmlformats.org/officeDocument/2006/relationships/hyperlink" Target="#_Toc222024039"/><Relationship Id="rId3" Type="http://schemas.openxmlformats.org/officeDocument/2006/relationships/hyperlink" Target="#_Toc222024029"/><Relationship Id="rId7" Type="http://schemas.openxmlformats.org/officeDocument/2006/relationships/hyperlink" Target="#_Toc222024033"/><Relationship Id="rId12" Type="http://schemas.openxmlformats.org/officeDocument/2006/relationships/hyperlink" Target="#_Toc222024038"/><Relationship Id="rId2" Type="http://schemas.openxmlformats.org/officeDocument/2006/relationships/hyperlink" Target="#_Toc222024028"/><Relationship Id="rId1" Type="http://schemas.openxmlformats.org/officeDocument/2006/relationships/slideLayout" Target="../slideLayouts/slideLayout1.xml"/><Relationship Id="rId6" Type="http://schemas.openxmlformats.org/officeDocument/2006/relationships/hyperlink" Target="#_Toc222024032"/><Relationship Id="rId11" Type="http://schemas.openxmlformats.org/officeDocument/2006/relationships/hyperlink" Target="#_Toc222024037"/><Relationship Id="rId5" Type="http://schemas.openxmlformats.org/officeDocument/2006/relationships/hyperlink" Target="#_Toc222024031"/><Relationship Id="rId10" Type="http://schemas.openxmlformats.org/officeDocument/2006/relationships/hyperlink" Target="#_Toc222024036"/><Relationship Id="rId4" Type="http://schemas.openxmlformats.org/officeDocument/2006/relationships/hyperlink" Target="#_Toc222024030"/><Relationship Id="rId9" Type="http://schemas.openxmlformats.org/officeDocument/2006/relationships/hyperlink" Target="#_Toc222024035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6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5" Type="http://schemas.openxmlformats.org/officeDocument/2006/relationships/image" Target="../media/image3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Relationship Id="rId1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18" Type="http://schemas.openxmlformats.org/officeDocument/2006/relationships/image" Target="../media/image6.png"/><Relationship Id="rId26" Type="http://schemas.openxmlformats.org/officeDocument/2006/relationships/image" Target="../media/image14.png"/><Relationship Id="rId3" Type="http://schemas.openxmlformats.org/officeDocument/2006/relationships/image" Target="../media/image24.svg"/><Relationship Id="rId21" Type="http://schemas.openxmlformats.org/officeDocument/2006/relationships/image" Target="../media/image9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17" Type="http://schemas.openxmlformats.org/officeDocument/2006/relationships/image" Target="../media/image5.svg"/><Relationship Id="rId25" Type="http://schemas.openxmlformats.org/officeDocument/2006/relationships/image" Target="../media/image13.svg"/><Relationship Id="rId2" Type="http://schemas.openxmlformats.org/officeDocument/2006/relationships/image" Target="../media/image23.png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29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24" Type="http://schemas.openxmlformats.org/officeDocument/2006/relationships/image" Target="../media/image12.png"/><Relationship Id="rId5" Type="http://schemas.openxmlformats.org/officeDocument/2006/relationships/image" Target="../media/image26.svg"/><Relationship Id="rId15" Type="http://schemas.openxmlformats.org/officeDocument/2006/relationships/image" Target="../media/image36.svg"/><Relationship Id="rId23" Type="http://schemas.openxmlformats.org/officeDocument/2006/relationships/image" Target="../media/image11.svg"/><Relationship Id="rId28" Type="http://schemas.openxmlformats.org/officeDocument/2006/relationships/image" Target="../media/image16.png"/><Relationship Id="rId10" Type="http://schemas.openxmlformats.org/officeDocument/2006/relationships/image" Target="../media/image31.png"/><Relationship Id="rId19" Type="http://schemas.openxmlformats.org/officeDocument/2006/relationships/image" Target="../media/image7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Relationship Id="rId14" Type="http://schemas.openxmlformats.org/officeDocument/2006/relationships/image" Target="../media/image35.png"/><Relationship Id="rId22" Type="http://schemas.openxmlformats.org/officeDocument/2006/relationships/image" Target="../media/image10.png"/><Relationship Id="rId27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C4265C24-002F-4B23-AFE1-9618F6132D3F}"/>
              </a:ext>
            </a:extLst>
          </p:cNvPr>
          <p:cNvGrpSpPr/>
          <p:nvPr/>
        </p:nvGrpSpPr>
        <p:grpSpPr>
          <a:xfrm>
            <a:off x="7088553" y="2776213"/>
            <a:ext cx="1234831" cy="1727850"/>
            <a:chOff x="7283938" y="842687"/>
            <a:chExt cx="3491645" cy="4885719"/>
          </a:xfrm>
        </p:grpSpPr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097FE50A-692B-4569-99C7-EED756823282}"/>
                </a:ext>
              </a:extLst>
            </p:cNvPr>
            <p:cNvGrpSpPr/>
            <p:nvPr/>
          </p:nvGrpSpPr>
          <p:grpSpPr>
            <a:xfrm>
              <a:off x="7283938" y="842687"/>
              <a:ext cx="3491645" cy="3187518"/>
              <a:chOff x="7393353" y="1637690"/>
              <a:chExt cx="3491645" cy="3187518"/>
            </a:xfrm>
          </p:grpSpPr>
          <p:sp>
            <p:nvSpPr>
              <p:cNvPr id="22" name="Прямоугольник: скругленные углы 21">
                <a:extLst>
                  <a:ext uri="{FF2B5EF4-FFF2-40B4-BE49-F238E27FC236}">
                    <a16:creationId xmlns:a16="http://schemas.microsoft.com/office/drawing/2014/main" id="{FDCEB0F0-9481-48C7-A7EE-9DAEB0FB0515}"/>
                  </a:ext>
                </a:extLst>
              </p:cNvPr>
              <p:cNvSpPr/>
              <p:nvPr/>
            </p:nvSpPr>
            <p:spPr>
              <a:xfrm>
                <a:off x="8379558" y="1637690"/>
                <a:ext cx="1519238" cy="1519238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3" name="Прямоугольник: скругленные углы 22">
                <a:extLst>
                  <a:ext uri="{FF2B5EF4-FFF2-40B4-BE49-F238E27FC236}">
                    <a16:creationId xmlns:a16="http://schemas.microsoft.com/office/drawing/2014/main" id="{ABC34CC3-8245-4278-96D5-CD66A20A6D92}"/>
                  </a:ext>
                </a:extLst>
              </p:cNvPr>
              <p:cNvSpPr/>
              <p:nvPr/>
            </p:nvSpPr>
            <p:spPr>
              <a:xfrm>
                <a:off x="8379558" y="3301390"/>
                <a:ext cx="1519238" cy="1519238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4" name="Прямоугольник: усеченные противолежащие углы 23">
                <a:extLst>
                  <a:ext uri="{FF2B5EF4-FFF2-40B4-BE49-F238E27FC236}">
                    <a16:creationId xmlns:a16="http://schemas.microsoft.com/office/drawing/2014/main" id="{EDFBE710-F95D-4500-9092-1A850A2B889A}"/>
                  </a:ext>
                </a:extLst>
              </p:cNvPr>
              <p:cNvSpPr/>
              <p:nvPr/>
            </p:nvSpPr>
            <p:spPr>
              <a:xfrm rot="16200000">
                <a:off x="7032380" y="3662363"/>
                <a:ext cx="1519238" cy="797291"/>
              </a:xfrm>
              <a:prstGeom prst="snip2DiagRect">
                <a:avLst>
                  <a:gd name="adj1" fmla="val 836"/>
                  <a:gd name="adj2" fmla="val 1415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5" name="Прямоугольник: усеченные противолежащие углы 24">
                <a:extLst>
                  <a:ext uri="{FF2B5EF4-FFF2-40B4-BE49-F238E27FC236}">
                    <a16:creationId xmlns:a16="http://schemas.microsoft.com/office/drawing/2014/main" id="{DE1B8970-5AB4-40AF-B5FB-FD7418320301}"/>
                  </a:ext>
                </a:extLst>
              </p:cNvPr>
              <p:cNvSpPr/>
              <p:nvPr/>
            </p:nvSpPr>
            <p:spPr>
              <a:xfrm rot="5400000" flipV="1">
                <a:off x="9726734" y="3666943"/>
                <a:ext cx="1519238" cy="797291"/>
              </a:xfrm>
              <a:prstGeom prst="snip2DiagRect">
                <a:avLst>
                  <a:gd name="adj1" fmla="val 836"/>
                  <a:gd name="adj2" fmla="val 1415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20" name="Прямоугольник: усеченные противолежащие углы 19">
              <a:extLst>
                <a:ext uri="{FF2B5EF4-FFF2-40B4-BE49-F238E27FC236}">
                  <a16:creationId xmlns:a16="http://schemas.microsoft.com/office/drawing/2014/main" id="{DB824287-C706-403B-9096-39399A621120}"/>
                </a:ext>
              </a:extLst>
            </p:cNvPr>
            <p:cNvSpPr/>
            <p:nvPr/>
          </p:nvSpPr>
          <p:spPr>
            <a:xfrm rot="16200000">
              <a:off x="7720257" y="4570140"/>
              <a:ext cx="1519238" cy="797291"/>
            </a:xfrm>
            <a:prstGeom prst="snip2DiagRect">
              <a:avLst>
                <a:gd name="adj1" fmla="val 836"/>
                <a:gd name="adj2" fmla="val 14159"/>
              </a:avLst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1" name="Прямоугольник: усеченные противолежащие углы 20">
              <a:extLst>
                <a:ext uri="{FF2B5EF4-FFF2-40B4-BE49-F238E27FC236}">
                  <a16:creationId xmlns:a16="http://schemas.microsoft.com/office/drawing/2014/main" id="{A69AAE38-6550-4493-8843-54B0012F2E9D}"/>
                </a:ext>
              </a:extLst>
            </p:cNvPr>
            <p:cNvSpPr/>
            <p:nvPr/>
          </p:nvSpPr>
          <p:spPr>
            <a:xfrm rot="5400000" flipV="1">
              <a:off x="8820028" y="4570141"/>
              <a:ext cx="1519238" cy="797291"/>
            </a:xfrm>
            <a:prstGeom prst="snip2DiagRect">
              <a:avLst>
                <a:gd name="adj1" fmla="val 836"/>
                <a:gd name="adj2" fmla="val 14159"/>
              </a:avLst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26152-5EA5-4379-88B6-BA0E24C9B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6498" y="-505474"/>
            <a:ext cx="5308600" cy="2484437"/>
          </a:xfrm>
        </p:spPr>
        <p:txBody>
          <a:bodyPr/>
          <a:lstStyle/>
          <a:p>
            <a:r>
              <a:rPr lang="ru-RU" dirty="0">
                <a:solidFill>
                  <a:srgbClr val="4472C4"/>
                </a:solidFill>
              </a:rPr>
              <a:t>Курсовая 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A4B24CF-8850-402A-84F1-55AB8DA1BDD4}"/>
              </a:ext>
            </a:extLst>
          </p:cNvPr>
          <p:cNvSpPr/>
          <p:nvPr/>
        </p:nvSpPr>
        <p:spPr>
          <a:xfrm>
            <a:off x="5910262" y="357431"/>
            <a:ext cx="6002338" cy="60023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ECD99DC4-D4A8-4A5A-BFE9-F1F2A22F76AD}"/>
              </a:ext>
            </a:extLst>
          </p:cNvPr>
          <p:cNvSpPr txBox="1">
            <a:spLocks/>
          </p:cNvSpPr>
          <p:nvPr/>
        </p:nvSpPr>
        <p:spPr>
          <a:xfrm>
            <a:off x="4500929" y="-505475"/>
            <a:ext cx="5308600" cy="24844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работа</a:t>
            </a:r>
            <a:r>
              <a:rPr lang="ru-RU" dirty="0"/>
              <a:t> 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40790CBF-BE1B-451F-A96D-7CA6BD209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2447872"/>
            <a:ext cx="5308600" cy="2720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1. Анализ и формирование требований к ПО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/>
              </a:rPr>
              <a:t>2. 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/>
              </a:rPr>
              <a:t>Проектирование программного обеспечения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2.1. Архитектура и структура проектируемого ПО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2.2. Информационная модель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/>
              </a:rPr>
              <a:t>3.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/>
              </a:rPr>
              <a:t> 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/>
              </a:rPr>
              <a:t>Разработка программного обеспечения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3.1. Инструментальные средства разработки ПО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3.2. Описание ПО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3.3. Руководство пользователя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3.4. Тестирование ПО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1"/>
              </a:rPr>
              <a:t>4.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1"/>
              </a:rPr>
              <a:t> 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1"/>
              </a:rPr>
              <a:t>Информационная безопасность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2"/>
              </a:rPr>
              <a:t>5. Расчет метрик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hlinkClick r:id="rId13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3"/>
              </a:rPr>
              <a:t>Заключение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039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33C48-EA8E-4E01-93F9-10F420F17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782" y="-398417"/>
            <a:ext cx="5143725" cy="765483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71133-1B2F-4550-A449-F7E96683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45" y="487802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Актуальность</a:t>
            </a:r>
            <a:b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</a:br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разработки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5DDF12EA-DE66-4E10-AC76-5F3A98FCC1D7}"/>
              </a:ext>
            </a:extLst>
          </p:cNvPr>
          <p:cNvSpPr/>
          <p:nvPr/>
        </p:nvSpPr>
        <p:spPr>
          <a:xfrm>
            <a:off x="670560" y="-2042160"/>
            <a:ext cx="822960" cy="822960"/>
          </a:xfrm>
          <a:prstGeom prst="ellipse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09C587B1-C03C-42AC-A239-BE139F6056F3}"/>
              </a:ext>
            </a:extLst>
          </p:cNvPr>
          <p:cNvSpPr/>
          <p:nvPr/>
        </p:nvSpPr>
        <p:spPr>
          <a:xfrm>
            <a:off x="1645920" y="-2042160"/>
            <a:ext cx="822960" cy="822960"/>
          </a:xfrm>
          <a:prstGeom prst="ellipse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F540BB9-36B7-43A3-8FA5-3DB26A8C7794}"/>
              </a:ext>
            </a:extLst>
          </p:cNvPr>
          <p:cNvSpPr/>
          <p:nvPr/>
        </p:nvSpPr>
        <p:spPr>
          <a:xfrm>
            <a:off x="2621280" y="-2042160"/>
            <a:ext cx="822960" cy="822960"/>
          </a:xfrm>
          <a:prstGeom prst="ellipse">
            <a:avLst/>
          </a:prstGeom>
          <a:solidFill>
            <a:srgbClr val="DBE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D25EBCE6-2718-4879-9098-97361192E6A3}"/>
              </a:ext>
            </a:extLst>
          </p:cNvPr>
          <p:cNvSpPr/>
          <p:nvPr/>
        </p:nvSpPr>
        <p:spPr>
          <a:xfrm>
            <a:off x="3596640" y="-2038005"/>
            <a:ext cx="822960" cy="822960"/>
          </a:xfrm>
          <a:prstGeom prst="ellipse">
            <a:avLst/>
          </a:prstGeom>
          <a:solidFill>
            <a:srgbClr val="F9F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5F18EF-63D2-4106-818A-61B20135362C}"/>
              </a:ext>
            </a:extLst>
          </p:cNvPr>
          <p:cNvSpPr txBox="1"/>
          <p:nvPr/>
        </p:nvSpPr>
        <p:spPr>
          <a:xfrm>
            <a:off x="942340" y="2394469"/>
            <a:ext cx="61315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Потребность в централизации:</a:t>
            </a:r>
            <a:r>
              <a:rPr lang="ru-RU" b="0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 Необходимость структурированного хранения описаний проектов, статей и данных экспериментов в одном месте.</a:t>
            </a:r>
            <a:endParaRPr lang="en-US" b="0" i="0" dirty="0">
              <a:solidFill>
                <a:srgbClr val="2C3E5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2C3E5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Интерактивность:</a:t>
            </a:r>
            <a:r>
              <a:rPr lang="ru-RU" b="0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 Важность наглядной демонстрации результатов испытаний роботов (вместо статичных визиток/страниц).</a:t>
            </a:r>
            <a:endParaRPr lang="en-US" b="0" i="0" dirty="0">
              <a:solidFill>
                <a:srgbClr val="2C3E5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2C3E5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Коммуникация:</a:t>
            </a:r>
            <a:r>
              <a:rPr lang="ru-RU" b="0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 Создание канала связи с сообществом через научный блог для обсуждения идей и методологий.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C134A4-E35B-4B53-9685-E351EDB6E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605" y="424647"/>
            <a:ext cx="1620795" cy="162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14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Объект 4">
            <a:extLst>
              <a:ext uri="{FF2B5EF4-FFF2-40B4-BE49-F238E27FC236}">
                <a16:creationId xmlns:a16="http://schemas.microsoft.com/office/drawing/2014/main" id="{50F96998-AC14-4526-A2AF-F5C651697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17901" y="3900626"/>
            <a:ext cx="1293495" cy="1293495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A60D66CD-DE82-4E5B-8972-1CFE3042A9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58951" y="4039731"/>
            <a:ext cx="1015284" cy="1015284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5608B6A6-AB16-4A0E-AF3E-D4A962B80A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525" y="3900626"/>
            <a:ext cx="1293495" cy="1293495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467AB3D3-585E-4DFA-93FB-13F8567AB5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7493" y="3944988"/>
            <a:ext cx="1204771" cy="1204771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E5044310-61A7-4FF4-90D2-C965CA63F5E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79381" y="4145783"/>
            <a:ext cx="803181" cy="803181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B2216FD8-7D5E-4DE9-B418-77DB878DB0A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69166" y="4039731"/>
            <a:ext cx="1015284" cy="1015284"/>
          </a:xfrm>
          <a:prstGeom prst="rect">
            <a:avLst/>
          </a:prstGeom>
        </p:spPr>
      </p:pic>
      <p:pic>
        <p:nvPicPr>
          <p:cNvPr id="92" name="Объект 4">
            <a:extLst>
              <a:ext uri="{FF2B5EF4-FFF2-40B4-BE49-F238E27FC236}">
                <a16:creationId xmlns:a16="http://schemas.microsoft.com/office/drawing/2014/main" id="{5DA0232E-3364-4B8F-AC3C-42B4C0167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0545" y="3900626"/>
            <a:ext cx="1293495" cy="1293495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0332F8D4-BE2F-4371-A017-22C16461543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77195" y="4023164"/>
            <a:ext cx="1048419" cy="1048419"/>
          </a:xfrm>
          <a:prstGeom prst="rect">
            <a:avLst/>
          </a:prstGeom>
        </p:spPr>
      </p:pic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58585F4C-66C3-4C12-81B7-A1BE99F50E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09654" y="1961809"/>
            <a:ext cx="1204771" cy="1204771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FA0F7BBA-04D2-4F12-ADE8-5C2E7742DE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11542" y="2162604"/>
            <a:ext cx="803181" cy="803181"/>
          </a:xfrm>
          <a:prstGeom prst="rect">
            <a:avLst/>
          </a:prstGeom>
        </p:spPr>
      </p:pic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ABAE8D66-3CF1-44C5-A8C4-EB62157506A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327" y="2056552"/>
            <a:ext cx="1015284" cy="1015284"/>
          </a:xfrm>
          <a:prstGeom prst="rect">
            <a:avLst/>
          </a:prstGeom>
        </p:spPr>
      </p:pic>
      <p:pic>
        <p:nvPicPr>
          <p:cNvPr id="97" name="Объект 4">
            <a:extLst>
              <a:ext uri="{FF2B5EF4-FFF2-40B4-BE49-F238E27FC236}">
                <a16:creationId xmlns:a16="http://schemas.microsoft.com/office/drawing/2014/main" id="{14F1183A-9494-47D8-9A73-41CFE6AF4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2706" y="1917447"/>
            <a:ext cx="1293495" cy="1293495"/>
          </a:xfrm>
          <a:prstGeom prst="rect">
            <a:avLst/>
          </a:prstGeom>
        </p:spPr>
      </p:pic>
      <p:pic>
        <p:nvPicPr>
          <p:cNvPr id="98" name="Рисунок 97">
            <a:extLst>
              <a:ext uri="{FF2B5EF4-FFF2-40B4-BE49-F238E27FC236}">
                <a16:creationId xmlns:a16="http://schemas.microsoft.com/office/drawing/2014/main" id="{41627DFB-D9C2-4BF1-9C5B-03022295A0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29558" y="2056552"/>
            <a:ext cx="1015284" cy="1015284"/>
          </a:xfrm>
          <a:prstGeom prst="rect">
            <a:avLst/>
          </a:prstGeom>
        </p:spPr>
      </p:pic>
      <p:pic>
        <p:nvPicPr>
          <p:cNvPr id="99" name="Рисунок 98">
            <a:extLst>
              <a:ext uri="{FF2B5EF4-FFF2-40B4-BE49-F238E27FC236}">
                <a16:creationId xmlns:a16="http://schemas.microsoft.com/office/drawing/2014/main" id="{93A2C83A-FA48-48A6-B7B4-179CF20349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1132" y="1917447"/>
            <a:ext cx="1293495" cy="1293495"/>
          </a:xfrm>
          <a:prstGeom prst="rect">
            <a:avLst/>
          </a:prstGeom>
        </p:spPr>
      </p:pic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D33B5546-8E35-4466-97C1-1207113F92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939773" y="2056552"/>
            <a:ext cx="1015284" cy="1015284"/>
          </a:xfrm>
          <a:prstGeom prst="rect">
            <a:avLst/>
          </a:prstGeom>
        </p:spPr>
      </p:pic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9646707C-2222-4FEE-B337-A4B0BFF8C4B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09356" y="2039985"/>
            <a:ext cx="1048419" cy="1048419"/>
          </a:xfrm>
          <a:prstGeom prst="rect">
            <a:avLst/>
          </a:prstGeom>
        </p:spPr>
      </p:pic>
      <p:pic>
        <p:nvPicPr>
          <p:cNvPr id="102" name="Объект 4">
            <a:extLst>
              <a:ext uri="{FF2B5EF4-FFF2-40B4-BE49-F238E27FC236}">
                <a16:creationId xmlns:a16="http://schemas.microsoft.com/office/drawing/2014/main" id="{A5DD8A3E-6180-4AD8-A3D0-D4EC07704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65604" y="-243909"/>
            <a:ext cx="1293495" cy="1293495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D95A8D42-C08D-424B-BA6F-B6C1E745C8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1248" y="-104804"/>
            <a:ext cx="1015284" cy="1015284"/>
          </a:xfrm>
          <a:prstGeom prst="rect">
            <a:avLst/>
          </a:prstGeom>
        </p:spPr>
      </p:pic>
      <p:pic>
        <p:nvPicPr>
          <p:cNvPr id="104" name="Рисунок 103">
            <a:extLst>
              <a:ext uri="{FF2B5EF4-FFF2-40B4-BE49-F238E27FC236}">
                <a16:creationId xmlns:a16="http://schemas.microsoft.com/office/drawing/2014/main" id="{24326608-D4EF-4519-9013-BC9ED6A4FB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22" y="-243909"/>
            <a:ext cx="1293495" cy="1293495"/>
          </a:xfrm>
          <a:prstGeom prst="rect">
            <a:avLst/>
          </a:prstGeom>
        </p:spPr>
      </p:pic>
      <p:pic>
        <p:nvPicPr>
          <p:cNvPr id="105" name="Рисунок 104">
            <a:extLst>
              <a:ext uri="{FF2B5EF4-FFF2-40B4-BE49-F238E27FC236}">
                <a16:creationId xmlns:a16="http://schemas.microsoft.com/office/drawing/2014/main" id="{64DE20EC-3782-4E2E-BE89-C255248E7C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29790" y="-199547"/>
            <a:ext cx="1204771" cy="1204771"/>
          </a:xfrm>
          <a:prstGeom prst="rect">
            <a:avLst/>
          </a:prstGeom>
        </p:spPr>
      </p:pic>
      <p:pic>
        <p:nvPicPr>
          <p:cNvPr id="106" name="Рисунок 105">
            <a:extLst>
              <a:ext uri="{FF2B5EF4-FFF2-40B4-BE49-F238E27FC236}">
                <a16:creationId xmlns:a16="http://schemas.microsoft.com/office/drawing/2014/main" id="{EF4015C3-D220-40FD-A20F-70C2835B1C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31678" y="1248"/>
            <a:ext cx="803181" cy="803181"/>
          </a:xfrm>
          <a:prstGeom prst="rect">
            <a:avLst/>
          </a:prstGeom>
        </p:spPr>
      </p:pic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55E74123-2D4F-4397-A8AA-3C6993BBD4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21463" y="-104804"/>
            <a:ext cx="1015284" cy="1015284"/>
          </a:xfrm>
          <a:prstGeom prst="rect">
            <a:avLst/>
          </a:prstGeom>
        </p:spPr>
      </p:pic>
      <p:pic>
        <p:nvPicPr>
          <p:cNvPr id="108" name="Объект 4">
            <a:extLst>
              <a:ext uri="{FF2B5EF4-FFF2-40B4-BE49-F238E27FC236}">
                <a16:creationId xmlns:a16="http://schemas.microsoft.com/office/drawing/2014/main" id="{CD0181DC-0E93-407C-8142-16FFD78E2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2842" y="-243909"/>
            <a:ext cx="1293495" cy="1293495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B8C75FF0-AC44-461E-B827-722F9B0A3E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29492" y="-121371"/>
            <a:ext cx="1048419" cy="1048419"/>
          </a:xfrm>
          <a:prstGeom prst="rect">
            <a:avLst/>
          </a:prstGeom>
        </p:spPr>
      </p:pic>
      <p:pic>
        <p:nvPicPr>
          <p:cNvPr id="110" name="Рисунок 109">
            <a:extLst>
              <a:ext uri="{FF2B5EF4-FFF2-40B4-BE49-F238E27FC236}">
                <a16:creationId xmlns:a16="http://schemas.microsoft.com/office/drawing/2014/main" id="{1221FEB0-4E27-46E3-B2C8-0C88C3F03A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09654" y="5806650"/>
            <a:ext cx="1204771" cy="1204771"/>
          </a:xfrm>
          <a:prstGeom prst="rect">
            <a:avLst/>
          </a:prstGeom>
        </p:spPr>
      </p:pic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1F0395F7-DB71-4D0D-B3DC-2CEE6D87051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11542" y="6007445"/>
            <a:ext cx="803181" cy="803181"/>
          </a:xfrm>
          <a:prstGeom prst="rect">
            <a:avLst/>
          </a:prstGeom>
        </p:spPr>
      </p:pic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F72BE1E1-1F43-4C50-85AA-0EAEAEF5633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327" y="5901393"/>
            <a:ext cx="1015284" cy="1015284"/>
          </a:xfrm>
          <a:prstGeom prst="rect">
            <a:avLst/>
          </a:prstGeom>
        </p:spPr>
      </p:pic>
      <p:pic>
        <p:nvPicPr>
          <p:cNvPr id="113" name="Объект 4">
            <a:extLst>
              <a:ext uri="{FF2B5EF4-FFF2-40B4-BE49-F238E27FC236}">
                <a16:creationId xmlns:a16="http://schemas.microsoft.com/office/drawing/2014/main" id="{A76C424F-4D05-4B82-9859-88B872D25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2706" y="5762288"/>
            <a:ext cx="1293495" cy="1293495"/>
          </a:xfrm>
          <a:prstGeom prst="rect">
            <a:avLst/>
          </a:prstGeom>
        </p:spPr>
      </p:pic>
      <p:pic>
        <p:nvPicPr>
          <p:cNvPr id="114" name="Рисунок 113">
            <a:extLst>
              <a:ext uri="{FF2B5EF4-FFF2-40B4-BE49-F238E27FC236}">
                <a16:creationId xmlns:a16="http://schemas.microsoft.com/office/drawing/2014/main" id="{8185EFA9-5266-4C81-A86C-D071AC493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29558" y="5901393"/>
            <a:ext cx="1015284" cy="1015284"/>
          </a:xfrm>
          <a:prstGeom prst="rect">
            <a:avLst/>
          </a:prstGeom>
        </p:spPr>
      </p:pic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25CCA4E0-D92A-4774-AF45-18AD4F9D81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1132" y="5762288"/>
            <a:ext cx="1293495" cy="1293495"/>
          </a:xfrm>
          <a:prstGeom prst="rect">
            <a:avLst/>
          </a:prstGeom>
        </p:spPr>
      </p:pic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9F52514C-73CD-43B6-8BFA-E25A0E1FB0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939773" y="5901393"/>
            <a:ext cx="1015284" cy="1015284"/>
          </a:xfrm>
          <a:prstGeom prst="rect">
            <a:avLst/>
          </a:prstGeom>
        </p:spPr>
      </p:pic>
      <p:pic>
        <p:nvPicPr>
          <p:cNvPr id="117" name="Рисунок 116">
            <a:extLst>
              <a:ext uri="{FF2B5EF4-FFF2-40B4-BE49-F238E27FC236}">
                <a16:creationId xmlns:a16="http://schemas.microsoft.com/office/drawing/2014/main" id="{15C1E844-21B0-4B8C-A216-E61BAA0CD60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09356" y="5884826"/>
            <a:ext cx="1048419" cy="1048419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D3DB95D6-C680-4ACA-BE49-86FD2E6EBD89}"/>
              </a:ext>
            </a:extLst>
          </p:cNvPr>
          <p:cNvSpPr/>
          <p:nvPr/>
        </p:nvSpPr>
        <p:spPr>
          <a:xfrm>
            <a:off x="670560" y="-2042160"/>
            <a:ext cx="822960" cy="822960"/>
          </a:xfrm>
          <a:prstGeom prst="ellipse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0A01AC74-CB43-4867-960C-D9239686696F}"/>
              </a:ext>
            </a:extLst>
          </p:cNvPr>
          <p:cNvSpPr/>
          <p:nvPr/>
        </p:nvSpPr>
        <p:spPr>
          <a:xfrm>
            <a:off x="1645920" y="-2042160"/>
            <a:ext cx="822960" cy="822960"/>
          </a:xfrm>
          <a:prstGeom prst="ellipse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7ABC19C-BE5C-4A35-B68B-7280107A647B}"/>
              </a:ext>
            </a:extLst>
          </p:cNvPr>
          <p:cNvSpPr/>
          <p:nvPr/>
        </p:nvSpPr>
        <p:spPr>
          <a:xfrm>
            <a:off x="2621280" y="-2042160"/>
            <a:ext cx="822960" cy="822960"/>
          </a:xfrm>
          <a:prstGeom prst="ellipse">
            <a:avLst/>
          </a:prstGeom>
          <a:solidFill>
            <a:srgbClr val="DBE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71D1384A-2476-4D37-B15D-29B324932752}"/>
              </a:ext>
            </a:extLst>
          </p:cNvPr>
          <p:cNvSpPr/>
          <p:nvPr/>
        </p:nvSpPr>
        <p:spPr>
          <a:xfrm>
            <a:off x="3596640" y="-2038005"/>
            <a:ext cx="822960" cy="822960"/>
          </a:xfrm>
          <a:prstGeom prst="ellipse">
            <a:avLst/>
          </a:prstGeom>
          <a:solidFill>
            <a:srgbClr val="F9F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Заголовок 1">
            <a:extLst>
              <a:ext uri="{FF2B5EF4-FFF2-40B4-BE49-F238E27FC236}">
                <a16:creationId xmlns:a16="http://schemas.microsoft.com/office/drawing/2014/main" id="{C2537CAC-6475-49BF-8C19-F80F57A7CC62}"/>
              </a:ext>
            </a:extLst>
          </p:cNvPr>
          <p:cNvSpPr txBox="1">
            <a:spLocks/>
          </p:cNvSpPr>
          <p:nvPr/>
        </p:nvSpPr>
        <p:spPr>
          <a:xfrm>
            <a:off x="838200" y="3346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C3E50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Актуальность темы</a:t>
            </a:r>
            <a:endParaRPr lang="en-US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78" name="Text 4">
            <a:extLst>
              <a:ext uri="{FF2B5EF4-FFF2-40B4-BE49-F238E27FC236}">
                <a16:creationId xmlns:a16="http://schemas.microsoft.com/office/drawing/2014/main" id="{596B06CD-0D69-4070-ACFC-5C74327765F7}"/>
              </a:ext>
            </a:extLst>
          </p:cNvPr>
          <p:cNvSpPr/>
          <p:nvPr/>
        </p:nvSpPr>
        <p:spPr>
          <a:xfrm>
            <a:off x="1722120" y="2356757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ПРОБЛЕМА</a:t>
            </a:r>
          </a:p>
        </p:txBody>
      </p:sp>
      <p:sp>
        <p:nvSpPr>
          <p:cNvPr id="79" name="Text 5">
            <a:extLst>
              <a:ext uri="{FF2B5EF4-FFF2-40B4-BE49-F238E27FC236}">
                <a16:creationId xmlns:a16="http://schemas.microsoft.com/office/drawing/2014/main" id="{E4946C3F-3430-4B77-B252-227942B7DAE9}"/>
              </a:ext>
            </a:extLst>
          </p:cNvPr>
          <p:cNvSpPr/>
          <p:nvPr/>
        </p:nvSpPr>
        <p:spPr>
          <a:xfrm>
            <a:off x="1645920" y="2722517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Century Gothic" panose="020B0502020202020204" pitchFamily="34" charset="0"/>
                <a:ea typeface="Arial" pitchFamily="34" charset="-122"/>
                <a:cs typeface="Arial" panose="020B0604020202020204" pitchFamily="34" charset="0"/>
              </a:rPr>
              <a:t>Нет единого места для хранения данных группы</a:t>
            </a:r>
            <a:endParaRPr lang="en-US" sz="1400" b="1" dirty="0">
              <a:solidFill>
                <a:srgbClr val="2C3E50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Статичные визитки не отражают инновационность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Отсутствует интерактивная демонстрация экспериментов</a:t>
            </a:r>
          </a:p>
        </p:txBody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A635C15E-1030-4CFC-A3E8-7525A31A5E7B}"/>
              </a:ext>
            </a:extLst>
          </p:cNvPr>
          <p:cNvSpPr/>
          <p:nvPr/>
        </p:nvSpPr>
        <p:spPr>
          <a:xfrm>
            <a:off x="6111240" y="2356757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2C3E50"/>
                </a:solidFill>
                <a:latin typeface="Century Gothic" panose="020B0502020202020204" pitchFamily="34" charset="0"/>
              </a:rPr>
              <a:t>РЕШЕНИЕ</a:t>
            </a:r>
            <a:endParaRPr lang="en-US" sz="2000" b="1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A19E44EA-773B-41C4-9427-433986891AF9}"/>
              </a:ext>
            </a:extLst>
          </p:cNvPr>
          <p:cNvSpPr/>
          <p:nvPr/>
        </p:nvSpPr>
        <p:spPr>
          <a:xfrm>
            <a:off x="6080760" y="2722517"/>
            <a:ext cx="3916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Многофункциональный сайт-портфолио на PHP/MySQL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Централизованное хранение: статьи, проекты, блог, данные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Ролевая модель: администратор + посетитель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Адаптивный дизайн для любых устройств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A3837D0-7986-4137-A33B-4D94F422A13B}"/>
              </a:ext>
            </a:extLst>
          </p:cNvPr>
          <p:cNvSpPr txBox="1"/>
          <p:nvPr/>
        </p:nvSpPr>
        <p:spPr>
          <a:xfrm>
            <a:off x="1310402" y="5971056"/>
            <a:ext cx="7037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C3E50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Без современного веб-ресурса научная группа теряет видимость, партнёров и возможность обмена данными</a:t>
            </a:r>
            <a:endParaRPr lang="ru-RU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Изображение пина-истории">
            <a:extLst>
              <a:ext uri="{FF2B5EF4-FFF2-40B4-BE49-F238E27FC236}">
                <a16:creationId xmlns:a16="http://schemas.microsoft.com/office/drawing/2014/main" id="{020DD15E-9745-4F0B-8678-F2EA18324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21913" y="1396438"/>
            <a:ext cx="30414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48684763-8B1C-46CB-A4BC-F0D78E43944B}"/>
              </a:ext>
            </a:extLst>
          </p:cNvPr>
          <p:cNvSpPr/>
          <p:nvPr/>
        </p:nvSpPr>
        <p:spPr>
          <a:xfrm>
            <a:off x="14478786" y="4511776"/>
            <a:ext cx="5494336" cy="4465454"/>
          </a:xfrm>
          <a:prstGeom prst="rect">
            <a:avLst/>
          </a:prstGeom>
          <a:solidFill>
            <a:srgbClr val="6EC9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6266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F6A0095-A7CF-49F1-9FC5-955D8254A994}"/>
              </a:ext>
            </a:extLst>
          </p:cNvPr>
          <p:cNvSpPr/>
          <p:nvPr/>
        </p:nvSpPr>
        <p:spPr>
          <a:xfrm>
            <a:off x="0" y="5752618"/>
            <a:ext cx="12192000" cy="1105382"/>
          </a:xfrm>
          <a:prstGeom prst="rect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5ABC7C6-E2E1-4DA9-8F71-258A70671656}"/>
              </a:ext>
            </a:extLst>
          </p:cNvPr>
          <p:cNvSpPr/>
          <p:nvPr/>
        </p:nvSpPr>
        <p:spPr>
          <a:xfrm>
            <a:off x="569953" y="2032434"/>
            <a:ext cx="4572000" cy="2926080"/>
          </a:xfrm>
          <a:prstGeom prst="roundRect">
            <a:avLst/>
          </a:prstGeom>
          <a:solidFill>
            <a:srgbClr val="F5E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4675E67-F4A6-4443-A50D-820157ED726F}"/>
              </a:ext>
            </a:extLst>
          </p:cNvPr>
          <p:cNvSpPr/>
          <p:nvPr/>
        </p:nvSpPr>
        <p:spPr>
          <a:xfrm>
            <a:off x="5873884" y="2032434"/>
            <a:ext cx="5759235" cy="2926080"/>
          </a:xfrm>
          <a:prstGeom prst="round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48D9CFF-0B98-4278-99E3-06D767ACBA8A}"/>
              </a:ext>
            </a:extLst>
          </p:cNvPr>
          <p:cNvSpPr txBox="1">
            <a:spLocks/>
          </p:cNvSpPr>
          <p:nvPr/>
        </p:nvSpPr>
        <p:spPr>
          <a:xfrm>
            <a:off x="509286" y="2561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C3E50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Актуальность темы</a:t>
            </a:r>
            <a:endParaRPr lang="en-US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150760A-C9B2-476D-8FA9-A8018A4D3439}"/>
              </a:ext>
            </a:extLst>
          </p:cNvPr>
          <p:cNvSpPr/>
          <p:nvPr/>
        </p:nvSpPr>
        <p:spPr>
          <a:xfrm>
            <a:off x="897858" y="2270831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77B8A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ПРОБЛЕМА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A7D5A00-8483-44E0-BE93-A70DCA2088CA}"/>
              </a:ext>
            </a:extLst>
          </p:cNvPr>
          <p:cNvSpPr/>
          <p:nvPr/>
        </p:nvSpPr>
        <p:spPr>
          <a:xfrm>
            <a:off x="806418" y="2636591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A"/>
                </a:solidFill>
                <a:latin typeface="Century Gothic" panose="020B0502020202020204" pitchFamily="34" charset="0"/>
                <a:ea typeface="Arial" pitchFamily="34" charset="-122"/>
                <a:cs typeface="Arial" panose="020B0604020202020204" pitchFamily="34" charset="0"/>
              </a:rPr>
              <a:t>Нет единого места для хранения данных группы</a:t>
            </a:r>
            <a:endParaRPr lang="en-US" sz="1600" dirty="0">
              <a:solidFill>
                <a:srgbClr val="577B8A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A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Статичные визитки не отражают инновационность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A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Отсутствует интерактивная демонстрация экспериментов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9FC697C9-2CFA-4B8D-A111-12686C23B595}"/>
              </a:ext>
            </a:extLst>
          </p:cNvPr>
          <p:cNvSpPr/>
          <p:nvPr/>
        </p:nvSpPr>
        <p:spPr>
          <a:xfrm>
            <a:off x="6117723" y="2270831"/>
            <a:ext cx="40746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577B8E"/>
                </a:solidFill>
                <a:latin typeface="Century Gothic" panose="020B0502020202020204" pitchFamily="34" charset="0"/>
              </a:rPr>
              <a:t>РЕШЕНИЕ</a:t>
            </a:r>
            <a:endParaRPr lang="en-US" sz="2000" b="1" dirty="0">
              <a:solidFill>
                <a:srgbClr val="577B8E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79612011-6B91-4D1F-BC2D-26FADE77E978}"/>
              </a:ext>
            </a:extLst>
          </p:cNvPr>
          <p:cNvSpPr/>
          <p:nvPr/>
        </p:nvSpPr>
        <p:spPr>
          <a:xfrm>
            <a:off x="6087243" y="2636591"/>
            <a:ext cx="528924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Многофункциональный сайт-портфолио на PHP/MySQL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Централизованное хранение: статьи, проекты, блог, данные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Ролевая модель: администратор + посетитель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Адаптивный дизайн для любых устройств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B752CE-A343-45B7-B72B-4305BE21BE56}"/>
              </a:ext>
            </a:extLst>
          </p:cNvPr>
          <p:cNvSpPr txBox="1"/>
          <p:nvPr/>
        </p:nvSpPr>
        <p:spPr>
          <a:xfrm>
            <a:off x="569953" y="5952941"/>
            <a:ext cx="9572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9F9F9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Без современного веб-ресурса научная группа теряет видимость, партнёров и возможность обмена данными</a:t>
            </a:r>
            <a:endParaRPr lang="ru-RU" dirty="0">
              <a:solidFill>
                <a:srgbClr val="F9F9F9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55C358F-3A10-44D6-9919-6F969A36C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33978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Овал 18">
            <a:extLst>
              <a:ext uri="{FF2B5EF4-FFF2-40B4-BE49-F238E27FC236}">
                <a16:creationId xmlns:a16="http://schemas.microsoft.com/office/drawing/2014/main" id="{CD6258C5-DF54-4FA9-89A2-97C320900171}"/>
              </a:ext>
            </a:extLst>
          </p:cNvPr>
          <p:cNvSpPr/>
          <p:nvPr/>
        </p:nvSpPr>
        <p:spPr>
          <a:xfrm>
            <a:off x="1722120" y="-2042160"/>
            <a:ext cx="822960" cy="822960"/>
          </a:xfrm>
          <a:prstGeom prst="ellipse">
            <a:avLst/>
          </a:prstGeom>
          <a:solidFill>
            <a:srgbClr val="F9F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1579D518-DF78-497E-9C08-A8F0E0622C83}"/>
              </a:ext>
            </a:extLst>
          </p:cNvPr>
          <p:cNvSpPr/>
          <p:nvPr/>
        </p:nvSpPr>
        <p:spPr>
          <a:xfrm>
            <a:off x="670560" y="-2042160"/>
            <a:ext cx="822960" cy="822960"/>
          </a:xfrm>
          <a:prstGeom prst="ellipse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93AC3EC-21C7-4DE7-8F1D-D4C8E9897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0516" y="394711"/>
            <a:ext cx="1048419" cy="104841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12311C0-AF87-42B7-BC66-8AC3C73A56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1853" y="316535"/>
            <a:ext cx="1204771" cy="120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7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F6A0095-A7CF-49F1-9FC5-955D8254A994}"/>
              </a:ext>
            </a:extLst>
          </p:cNvPr>
          <p:cNvSpPr/>
          <p:nvPr/>
        </p:nvSpPr>
        <p:spPr>
          <a:xfrm>
            <a:off x="0" y="5978434"/>
            <a:ext cx="12192000" cy="879566"/>
          </a:xfrm>
          <a:prstGeom prst="rect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5ABC7C6-E2E1-4DA9-8F71-258A70671656}"/>
              </a:ext>
            </a:extLst>
          </p:cNvPr>
          <p:cNvSpPr/>
          <p:nvPr/>
        </p:nvSpPr>
        <p:spPr>
          <a:xfrm>
            <a:off x="1073937" y="2118360"/>
            <a:ext cx="4572000" cy="2926080"/>
          </a:xfrm>
          <a:prstGeom prst="roundRect">
            <a:avLst/>
          </a:prstGeom>
          <a:solidFill>
            <a:srgbClr val="D2CF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4675E67-F4A6-4443-A50D-820157ED726F}"/>
              </a:ext>
            </a:extLst>
          </p:cNvPr>
          <p:cNvSpPr/>
          <p:nvPr/>
        </p:nvSpPr>
        <p:spPr>
          <a:xfrm>
            <a:off x="5852160" y="2118360"/>
            <a:ext cx="5759235" cy="2926080"/>
          </a:xfrm>
          <a:prstGeom prst="roundRect">
            <a:avLst/>
          </a:prstGeom>
          <a:solidFill>
            <a:srgbClr val="BDC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48D9CFF-0B98-4278-99E3-06D767ACBA8A}"/>
              </a:ext>
            </a:extLst>
          </p:cNvPr>
          <p:cNvSpPr txBox="1">
            <a:spLocks/>
          </p:cNvSpPr>
          <p:nvPr/>
        </p:nvSpPr>
        <p:spPr>
          <a:xfrm>
            <a:off x="509286" y="2561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C3E50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Актуальность темы</a:t>
            </a:r>
            <a:endParaRPr lang="en-US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150760A-C9B2-476D-8FA9-A8018A4D3439}"/>
              </a:ext>
            </a:extLst>
          </p:cNvPr>
          <p:cNvSpPr/>
          <p:nvPr/>
        </p:nvSpPr>
        <p:spPr>
          <a:xfrm>
            <a:off x="1401842" y="2356757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E4A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ПРОБЛЕМА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A7D5A00-8483-44E0-BE93-A70DCA2088CA}"/>
              </a:ext>
            </a:extLst>
          </p:cNvPr>
          <p:cNvSpPr/>
          <p:nvPr/>
        </p:nvSpPr>
        <p:spPr>
          <a:xfrm>
            <a:off x="1310402" y="2722517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E4A"/>
                </a:solidFill>
                <a:latin typeface="Century Gothic" panose="020B0502020202020204" pitchFamily="34" charset="0"/>
                <a:ea typeface="Arial" pitchFamily="34" charset="-122"/>
                <a:cs typeface="Arial" panose="020B0604020202020204" pitchFamily="34" charset="0"/>
              </a:rPr>
              <a:t>Нет единого места для хранения данных группы</a:t>
            </a:r>
            <a:endParaRPr lang="en-US" sz="1600" dirty="0">
              <a:solidFill>
                <a:srgbClr val="1C2E4A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E4A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Статичные визитки не отражают инновационность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E4A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Отсутствует интерактивная демонстрация экспериментов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9FC697C9-2CFA-4B8D-A111-12686C23B595}"/>
              </a:ext>
            </a:extLst>
          </p:cNvPr>
          <p:cNvSpPr/>
          <p:nvPr/>
        </p:nvSpPr>
        <p:spPr>
          <a:xfrm>
            <a:off x="6095999" y="2356757"/>
            <a:ext cx="40746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1C2E4A"/>
                </a:solidFill>
                <a:latin typeface="Century Gothic" panose="020B0502020202020204" pitchFamily="34" charset="0"/>
              </a:rPr>
              <a:t>РЕШЕНИЕ</a:t>
            </a:r>
            <a:endParaRPr lang="en-US" sz="2000" b="1" dirty="0">
              <a:solidFill>
                <a:srgbClr val="1C2E4A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79612011-6B91-4D1F-BC2D-26FADE77E978}"/>
              </a:ext>
            </a:extLst>
          </p:cNvPr>
          <p:cNvSpPr/>
          <p:nvPr/>
        </p:nvSpPr>
        <p:spPr>
          <a:xfrm>
            <a:off x="6065519" y="2722517"/>
            <a:ext cx="528924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E4A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Многофункциональный сайт-портфолио на PHP/MySQL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E4A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Централизованное хранение: статьи, проекты, блог, данные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E4A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Ролевая модель: администратор + посетитель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E4A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Адаптивный дизайн для любых устройств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B752CE-A343-45B7-B72B-4305BE21BE56}"/>
              </a:ext>
            </a:extLst>
          </p:cNvPr>
          <p:cNvSpPr txBox="1"/>
          <p:nvPr/>
        </p:nvSpPr>
        <p:spPr>
          <a:xfrm>
            <a:off x="798222" y="6095051"/>
            <a:ext cx="104031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9F9F9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Без современного веб-ресурса научная группа теряет видимость, партнёров и возможность обмена данными</a:t>
            </a:r>
            <a:endParaRPr lang="ru-RU" dirty="0">
              <a:solidFill>
                <a:srgbClr val="F9F9F9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CD6258C5-DF54-4FA9-89A2-97C320900171}"/>
              </a:ext>
            </a:extLst>
          </p:cNvPr>
          <p:cNvSpPr/>
          <p:nvPr/>
        </p:nvSpPr>
        <p:spPr>
          <a:xfrm>
            <a:off x="3596640" y="-2038005"/>
            <a:ext cx="822960" cy="822960"/>
          </a:xfrm>
          <a:prstGeom prst="ellipse">
            <a:avLst/>
          </a:prstGeom>
          <a:solidFill>
            <a:srgbClr val="F9F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80D4F2A-A7FD-4309-8930-C0FD84472A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2D91B5F1-9CD2-44D5-BF86-1440E17B00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EB021DD-48A0-439E-B4CB-24DD932F2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33354" y="152400"/>
            <a:ext cx="3857625" cy="685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D022F35-F9E7-4A77-8C3B-2DCA16F7A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0516" y="394711"/>
            <a:ext cx="1048419" cy="104841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3C01723-47B9-4867-85CD-9EA2124916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1853" y="316535"/>
            <a:ext cx="1204771" cy="120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856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06B9F-B1C0-4B7F-A7F1-3FD497506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</a:t>
            </a:r>
            <a:r>
              <a:rPr lang="en-US" sz="44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редства разработки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796295-A923-4915-B52A-6D64FF8D4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2096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EFDDB-A78D-42C7-8C9A-96EB3B081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>
                <a:solidFill>
                  <a:srgbClr val="CEAF9E"/>
                </a:solidFill>
              </a:rPr>
              <a:t>Руководство пользователя</a:t>
            </a:r>
            <a:br>
              <a:rPr lang="en-US" sz="4400" dirty="0">
                <a:solidFill>
                  <a:srgbClr val="CEAF9E"/>
                </a:solidFill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5ABBE7-61A4-4475-8ED0-A9F2AB0E7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643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616FA-1B67-4577-8AC1-662712589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b="1" dirty="0">
                <a:solidFill>
                  <a:srgbClr val="CEAF9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Рекомендации</a:t>
            </a:r>
            <a:r>
              <a:rPr lang="en-US" sz="4400" b="1" dirty="0">
                <a:solidFill>
                  <a:srgbClr val="CEAF9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b="1" dirty="0">
                <a:solidFill>
                  <a:srgbClr val="CEAF9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пользователям по обеспечению информационной безопасности.</a:t>
            </a:r>
            <a:br>
              <a:rPr lang="ru-RU" dirty="0">
                <a:solidFill>
                  <a:srgbClr val="CEAF9E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318975-76D0-4719-B795-2356EAC31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2641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33F40-5607-40E7-A1A1-E0DE44A4B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b="1" dirty="0">
                <a:solidFill>
                  <a:srgbClr val="CEAF9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отладка основных модулей</a:t>
            </a:r>
            <a:br>
              <a:rPr lang="ru-RU" sz="4400" b="1" dirty="0">
                <a:solidFill>
                  <a:srgbClr val="CEAF9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C3E428-8C4E-487C-803A-0F226F5DD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1750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49A67-A789-440C-9667-34953C5BA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65EEC9-B568-4A42-97B2-74F639948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9176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0C003366-80A9-45C3-9761-45579BB71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92218" y="12444413"/>
            <a:ext cx="1293495" cy="129349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BE5424-54ED-4541-ABD9-2F2F1A278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85926" y="12600086"/>
            <a:ext cx="1015284" cy="10152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9197235-BB14-44E5-BEF2-9C51F74F23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032296" y="12444413"/>
            <a:ext cx="1293495" cy="129349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EFEC63A-7411-4F70-9F10-5E0F2150D3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696901" y="12600086"/>
            <a:ext cx="1204771" cy="120477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8B35FE2-1298-4A5E-A22E-CACFF5C66E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297033" y="12706137"/>
            <a:ext cx="803181" cy="80318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E5AA12E-A3D0-4A55-B4BF-E4BA70045E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539141" y="12600086"/>
            <a:ext cx="1015284" cy="101528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4691F28-C699-468D-A27B-4C4E129759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97216" y="12566951"/>
            <a:ext cx="1048419" cy="1048419"/>
          </a:xfrm>
          <a:prstGeom prst="rect">
            <a:avLst/>
          </a:prstGeom>
        </p:spPr>
      </p:pic>
      <p:pic>
        <p:nvPicPr>
          <p:cNvPr id="22" name="Объект 4">
            <a:extLst>
              <a:ext uri="{FF2B5EF4-FFF2-40B4-BE49-F238E27FC236}">
                <a16:creationId xmlns:a16="http://schemas.microsoft.com/office/drawing/2014/main" id="{0A035D21-DE56-4C6F-86D6-760CA4F1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616542" y="-5142547"/>
            <a:ext cx="1293495" cy="129349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FC94B25-F568-478A-9FE2-1AA43DD0C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839690" y="-5003442"/>
            <a:ext cx="1015284" cy="101528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08EB0C2-05FA-4D40-B3BB-AE06CAB0DE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728116" y="-5142547"/>
            <a:ext cx="1293495" cy="129349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3207AC9-7FA0-4468-80D7-AA2878B524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8852" y="-5098185"/>
            <a:ext cx="1204771" cy="1204771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8B516632-F303-44EB-B8E9-DBCA463615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80740" y="-4897390"/>
            <a:ext cx="803181" cy="803181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148C05A-8266-4BBB-BF64-1BFD67EBF0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0525" y="-5003442"/>
            <a:ext cx="1015284" cy="101528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1149992-0BD1-4328-A1AD-8CC71283E0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259892" y="-5020009"/>
            <a:ext cx="1048419" cy="1048419"/>
          </a:xfrm>
          <a:prstGeom prst="rect">
            <a:avLst/>
          </a:prstGeom>
        </p:spPr>
      </p:pic>
      <p:pic>
        <p:nvPicPr>
          <p:cNvPr id="29" name="Объект 4">
            <a:extLst>
              <a:ext uri="{FF2B5EF4-FFF2-40B4-BE49-F238E27FC236}">
                <a16:creationId xmlns:a16="http://schemas.microsoft.com/office/drawing/2014/main" id="{D672DB12-454C-4463-8460-650B00964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904" y="-5142547"/>
            <a:ext cx="1293495" cy="1293495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56E2BF8-9F80-4F37-89FC-EA26A82CE6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98756" y="-5003442"/>
            <a:ext cx="1015284" cy="1015284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463348A-77F3-45EF-BB00-9FF3ED344C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10330" y="-5142547"/>
            <a:ext cx="1293495" cy="129349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5B3684C-2378-4EF3-B184-D54418139A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17301" y="-5098185"/>
            <a:ext cx="1204771" cy="1204771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3B61592-21B4-4BD1-B65C-851EC37D36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219186" y="-4897390"/>
            <a:ext cx="803181" cy="803181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C12ED24-9EA9-45D5-8FCF-C6D3A26271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08971" y="-5003442"/>
            <a:ext cx="1015284" cy="101528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14B65740-D445-4B40-A529-FB02D9ABA96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78554" y="-5020009"/>
            <a:ext cx="1048419" cy="1048419"/>
          </a:xfrm>
          <a:prstGeom prst="rect">
            <a:avLst/>
          </a:prstGeom>
        </p:spPr>
      </p:pic>
      <p:pic>
        <p:nvPicPr>
          <p:cNvPr id="36" name="Объект 4">
            <a:extLst>
              <a:ext uri="{FF2B5EF4-FFF2-40B4-BE49-F238E27FC236}">
                <a16:creationId xmlns:a16="http://schemas.microsoft.com/office/drawing/2014/main" id="{E2B5B9DC-3071-45D9-A549-1ABAE3075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784381" y="-7125726"/>
            <a:ext cx="1293495" cy="129349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4DE300DD-90E8-4AF0-A597-3BBFC0A056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007529" y="-6986621"/>
            <a:ext cx="1015284" cy="1015284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15FBFFB3-9554-46CB-98BF-E56E835459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895955" y="-7125726"/>
            <a:ext cx="1293495" cy="129349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B8CB431-47F6-41FC-BC47-F39CA23CAF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88987" y="-7081364"/>
            <a:ext cx="1204771" cy="120477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0C4063E2-B113-44BC-9EEA-4D57D11C50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787099" y="-6880569"/>
            <a:ext cx="803181" cy="803181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8BA05EFB-9AB8-45E0-9F69-B72DBAE2B7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3397314" y="-6986621"/>
            <a:ext cx="1015284" cy="1015284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B00BDC87-2535-4F85-989A-EDEFFFE763F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10427731" y="-7003188"/>
            <a:ext cx="1048419" cy="1048419"/>
          </a:xfrm>
          <a:prstGeom prst="rect">
            <a:avLst/>
          </a:prstGeom>
        </p:spPr>
      </p:pic>
      <p:pic>
        <p:nvPicPr>
          <p:cNvPr id="43" name="Объект 4">
            <a:extLst>
              <a:ext uri="{FF2B5EF4-FFF2-40B4-BE49-F238E27FC236}">
                <a16:creationId xmlns:a16="http://schemas.microsoft.com/office/drawing/2014/main" id="{EC69D091-0C21-4008-8F07-35EECFAE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4065" y="-7125726"/>
            <a:ext cx="1293495" cy="129349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CFBBD0F0-D7D4-4FCC-B1A3-992D6B8B6C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0917" y="-6986621"/>
            <a:ext cx="1015284" cy="1015284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6F7E205B-E158-4E78-9995-0231401526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2491" y="-7125726"/>
            <a:ext cx="1293495" cy="1293495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52253CC7-28C5-4A62-83B9-A7262A3CEE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9462" y="-7081364"/>
            <a:ext cx="1204771" cy="1204771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91DC5386-7528-458B-984A-7C63972A66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1347" y="-6880569"/>
            <a:ext cx="803181" cy="803181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EBB2639F-1942-4638-9BE8-7C771470FF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41132" y="-6986621"/>
            <a:ext cx="1015284" cy="1015284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C77A2B96-EF3F-4DDE-9EC9-23AA0D6CE7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10715" y="-7003188"/>
            <a:ext cx="1048419" cy="1048419"/>
          </a:xfrm>
          <a:prstGeom prst="rect">
            <a:avLst/>
          </a:prstGeom>
        </p:spPr>
      </p:pic>
      <p:pic>
        <p:nvPicPr>
          <p:cNvPr id="64" name="Объект 4">
            <a:extLst>
              <a:ext uri="{FF2B5EF4-FFF2-40B4-BE49-F238E27FC236}">
                <a16:creationId xmlns:a16="http://schemas.microsoft.com/office/drawing/2014/main" id="{A7AA140A-4CDD-4F97-AB7D-A0C2D5795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64245" y="-9287082"/>
            <a:ext cx="1293495" cy="1293495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9DAA31C0-1623-4EB1-BA77-13B4556463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787393" y="-9147977"/>
            <a:ext cx="1015284" cy="1015284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E40955E9-2B33-4442-BB19-5DB73A0B2E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675819" y="-9287082"/>
            <a:ext cx="1293495" cy="1293495"/>
          </a:xfrm>
          <a:prstGeom prst="rect">
            <a:avLst/>
          </a:prstGeom>
        </p:spPr>
      </p:pic>
      <p:pic>
        <p:nvPicPr>
          <p:cNvPr id="67" name="Рисунок 66">
            <a:extLst>
              <a:ext uri="{FF2B5EF4-FFF2-40B4-BE49-F238E27FC236}">
                <a16:creationId xmlns:a16="http://schemas.microsoft.com/office/drawing/2014/main" id="{8647C88E-5938-400C-86DC-0BBD8FD84D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31149" y="-9242720"/>
            <a:ext cx="1204771" cy="1204771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BAAAF049-7DD4-49F2-A8C7-2534D63622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33037" y="-9041925"/>
            <a:ext cx="803181" cy="803181"/>
          </a:xfrm>
          <a:prstGeom prst="rect">
            <a:avLst/>
          </a:prstGeom>
        </p:spPr>
      </p:pic>
      <p:pic>
        <p:nvPicPr>
          <p:cNvPr id="69" name="Рисунок 68">
            <a:extLst>
              <a:ext uri="{FF2B5EF4-FFF2-40B4-BE49-F238E27FC236}">
                <a16:creationId xmlns:a16="http://schemas.microsoft.com/office/drawing/2014/main" id="{5855A36A-AACD-4A2A-BE0B-C814174EEF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2822" y="-9147977"/>
            <a:ext cx="1015284" cy="1015284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366E843A-CAED-4FA1-AFE9-E8173051651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207595" y="-9164544"/>
            <a:ext cx="1048419" cy="1048419"/>
          </a:xfrm>
          <a:prstGeom prst="rect">
            <a:avLst/>
          </a:prstGeom>
        </p:spPr>
      </p:pic>
      <p:pic>
        <p:nvPicPr>
          <p:cNvPr id="71" name="Объект 4">
            <a:extLst>
              <a:ext uri="{FF2B5EF4-FFF2-40B4-BE49-F238E27FC236}">
                <a16:creationId xmlns:a16="http://schemas.microsoft.com/office/drawing/2014/main" id="{E6A36CCC-8F63-4FA5-ADBA-AD163EDDC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201" y="-9287082"/>
            <a:ext cx="1293495" cy="1293495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E9B74204-0577-44E8-B83A-F488EB381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51053" y="-9147977"/>
            <a:ext cx="1015284" cy="1015284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FD3C315F-7290-4408-B30A-239E4E1585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62627" y="-9287082"/>
            <a:ext cx="1293495" cy="1293495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32C45A18-0C9E-4846-81F2-456BF67454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69598" y="-9242720"/>
            <a:ext cx="1204771" cy="1204771"/>
          </a:xfrm>
          <a:prstGeom prst="rect">
            <a:avLst/>
          </a:prstGeom>
        </p:spPr>
      </p:pic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F10E97CD-E668-470E-A185-74E69E8400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271483" y="-9041925"/>
            <a:ext cx="803181" cy="803181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F589EBF0-F2A4-4B8D-A459-C7CE8A5788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61268" y="-9147977"/>
            <a:ext cx="1015284" cy="1015284"/>
          </a:xfrm>
          <a:prstGeom prst="rect">
            <a:avLst/>
          </a:prstGeom>
        </p:spPr>
      </p:pic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C7613EB9-7611-41FD-8A2E-8C99EEC935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30851" y="-9164544"/>
            <a:ext cx="1048419" cy="1048419"/>
          </a:xfrm>
          <a:prstGeom prst="rect">
            <a:avLst/>
          </a:prstGeom>
        </p:spPr>
      </p:pic>
      <p:pic>
        <p:nvPicPr>
          <p:cNvPr id="78" name="Объект 4">
            <a:extLst>
              <a:ext uri="{FF2B5EF4-FFF2-40B4-BE49-F238E27FC236}">
                <a16:creationId xmlns:a16="http://schemas.microsoft.com/office/drawing/2014/main" id="{A8FA87BD-7844-4065-9F8B-C7DD478E4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784381" y="-3280885"/>
            <a:ext cx="1293495" cy="1293495"/>
          </a:xfrm>
          <a:prstGeom prst="rect">
            <a:avLst/>
          </a:prstGeom>
        </p:spPr>
      </p:pic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37061EE-D7C2-477E-A694-A928EF052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007529" y="-3141780"/>
            <a:ext cx="1015284" cy="1015284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BB3A1563-05F6-4404-BA60-9E8280533F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895955" y="-3280885"/>
            <a:ext cx="1293495" cy="1293495"/>
          </a:xfrm>
          <a:prstGeom prst="rect">
            <a:avLst/>
          </a:prstGeom>
        </p:spPr>
      </p:pic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753996FE-BE67-4871-9BB0-62708B51CF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88987" y="-3236523"/>
            <a:ext cx="1204771" cy="1204771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F35765EB-E2AB-4DA0-BD83-8CA887FE5F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787099" y="-3035728"/>
            <a:ext cx="803181" cy="803181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1AC63F21-7505-4E0F-A256-5427DA281B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3397314" y="-3141780"/>
            <a:ext cx="1015284" cy="1015284"/>
          </a:xfrm>
          <a:prstGeom prst="rect">
            <a:avLst/>
          </a:prstGeom>
        </p:spPr>
      </p:pic>
      <p:pic>
        <p:nvPicPr>
          <p:cNvPr id="84" name="Рисунок 83">
            <a:extLst>
              <a:ext uri="{FF2B5EF4-FFF2-40B4-BE49-F238E27FC236}">
                <a16:creationId xmlns:a16="http://schemas.microsoft.com/office/drawing/2014/main" id="{94B24DCB-9E30-4594-9DBE-222B71EBF8E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10427731" y="-3158347"/>
            <a:ext cx="1048419" cy="1048419"/>
          </a:xfrm>
          <a:prstGeom prst="rect">
            <a:avLst/>
          </a:prstGeom>
        </p:spPr>
      </p:pic>
      <p:pic>
        <p:nvPicPr>
          <p:cNvPr id="85" name="Объект 4">
            <a:extLst>
              <a:ext uri="{FF2B5EF4-FFF2-40B4-BE49-F238E27FC236}">
                <a16:creationId xmlns:a16="http://schemas.microsoft.com/office/drawing/2014/main" id="{6E97DABD-BF3D-4876-82B0-AA5D48011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4065" y="-3280885"/>
            <a:ext cx="1293495" cy="1293495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548B786D-6A82-4A58-B582-373880ADB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0917" y="-3141780"/>
            <a:ext cx="1015284" cy="1015284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AEDA5100-F475-40FD-8216-C9FA6D70BB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2491" y="-3280885"/>
            <a:ext cx="1293495" cy="1293495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CA59D9E7-160F-4955-B84D-AC48D1F768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9462" y="-3236523"/>
            <a:ext cx="1204771" cy="1204771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A6FF9D88-4C31-4A7E-BA7F-206C07F5C1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1347" y="-3035728"/>
            <a:ext cx="803181" cy="803181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85A08FBB-B416-4E04-BF5F-79FD183AC9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41132" y="-3141780"/>
            <a:ext cx="1015284" cy="1015284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5FA14820-1093-4D88-9F7A-043ADC3B70A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10715" y="-3158347"/>
            <a:ext cx="1048419" cy="1048419"/>
          </a:xfrm>
          <a:prstGeom prst="rect">
            <a:avLst/>
          </a:prstGeom>
        </p:spPr>
      </p:pic>
      <p:pic>
        <p:nvPicPr>
          <p:cNvPr id="92" name="Объект 4">
            <a:extLst>
              <a:ext uri="{FF2B5EF4-FFF2-40B4-BE49-F238E27FC236}">
                <a16:creationId xmlns:a16="http://schemas.microsoft.com/office/drawing/2014/main" id="{0E21CC2B-21B5-4A51-9769-318E908CA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17901" y="3900626"/>
            <a:ext cx="1293495" cy="1293495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8DE3A7B1-B107-4B67-9BD4-41BEA4AA94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58951" y="4039731"/>
            <a:ext cx="1015284" cy="1015284"/>
          </a:xfrm>
          <a:prstGeom prst="rect">
            <a:avLst/>
          </a:prstGeom>
        </p:spPr>
      </p:pic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614E55D4-51F9-41F3-8D58-32703143FF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525" y="3900626"/>
            <a:ext cx="1293495" cy="1293495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839D07AB-8DE3-4159-AFE0-AFD846A504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7493" y="3944988"/>
            <a:ext cx="1204771" cy="1204771"/>
          </a:xfrm>
          <a:prstGeom prst="rect">
            <a:avLst/>
          </a:prstGeom>
        </p:spPr>
      </p:pic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1C8BCEF6-381D-4A93-80BC-3832D8E96A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79381" y="4145783"/>
            <a:ext cx="803181" cy="803181"/>
          </a:xfrm>
          <a:prstGeom prst="rect">
            <a:avLst/>
          </a:prstGeom>
        </p:spPr>
      </p:pic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375757D7-E1CE-4411-8ED7-C1F47C30B8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69166" y="4039731"/>
            <a:ext cx="1015284" cy="1015284"/>
          </a:xfrm>
          <a:prstGeom prst="rect">
            <a:avLst/>
          </a:prstGeom>
        </p:spPr>
      </p:pic>
      <p:pic>
        <p:nvPicPr>
          <p:cNvPr id="98" name="Рисунок 97">
            <a:extLst>
              <a:ext uri="{FF2B5EF4-FFF2-40B4-BE49-F238E27FC236}">
                <a16:creationId xmlns:a16="http://schemas.microsoft.com/office/drawing/2014/main" id="{62C1F4D1-8850-46F9-A90E-5316655746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761251" y="4023164"/>
            <a:ext cx="1048419" cy="1048419"/>
          </a:xfrm>
          <a:prstGeom prst="rect">
            <a:avLst/>
          </a:prstGeom>
        </p:spPr>
      </p:pic>
      <p:pic>
        <p:nvPicPr>
          <p:cNvPr id="99" name="Объект 4">
            <a:extLst>
              <a:ext uri="{FF2B5EF4-FFF2-40B4-BE49-F238E27FC236}">
                <a16:creationId xmlns:a16="http://schemas.microsoft.com/office/drawing/2014/main" id="{8209CED2-5298-4594-A5B0-ACF899F58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0545" y="3900626"/>
            <a:ext cx="1293495" cy="1293495"/>
          </a:xfrm>
          <a:prstGeom prst="rect">
            <a:avLst/>
          </a:prstGeom>
        </p:spPr>
      </p:pic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10C990BD-0D0D-458F-ABB6-8959FF1C3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97397" y="4039731"/>
            <a:ext cx="1015284" cy="1015284"/>
          </a:xfrm>
          <a:prstGeom prst="rect">
            <a:avLst/>
          </a:prstGeom>
        </p:spPr>
      </p:pic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440769DD-9BAC-4277-9751-F748D56879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08971" y="3900626"/>
            <a:ext cx="1293495" cy="1293495"/>
          </a:xfrm>
          <a:prstGeom prst="rect">
            <a:avLst/>
          </a:prstGeom>
        </p:spPr>
      </p:pic>
      <p:pic>
        <p:nvPicPr>
          <p:cNvPr id="102" name="Рисунок 101">
            <a:extLst>
              <a:ext uri="{FF2B5EF4-FFF2-40B4-BE49-F238E27FC236}">
                <a16:creationId xmlns:a16="http://schemas.microsoft.com/office/drawing/2014/main" id="{27B2F604-7DB9-4A0A-9CF5-5A527BD513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15942" y="3944988"/>
            <a:ext cx="1204771" cy="1204771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CE0039BB-4402-40B0-BBB7-6D74AD770A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717827" y="4145783"/>
            <a:ext cx="803181" cy="803181"/>
          </a:xfrm>
          <a:prstGeom prst="rect">
            <a:avLst/>
          </a:prstGeom>
        </p:spPr>
      </p:pic>
      <p:pic>
        <p:nvPicPr>
          <p:cNvPr id="104" name="Рисунок 103">
            <a:extLst>
              <a:ext uri="{FF2B5EF4-FFF2-40B4-BE49-F238E27FC236}">
                <a16:creationId xmlns:a16="http://schemas.microsoft.com/office/drawing/2014/main" id="{FFB32511-9599-48A2-B069-5BD16F91FB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107612" y="4039731"/>
            <a:ext cx="1015284" cy="1015284"/>
          </a:xfrm>
          <a:prstGeom prst="rect">
            <a:avLst/>
          </a:prstGeom>
        </p:spPr>
      </p:pic>
      <p:pic>
        <p:nvPicPr>
          <p:cNvPr id="105" name="Рисунок 104">
            <a:extLst>
              <a:ext uri="{FF2B5EF4-FFF2-40B4-BE49-F238E27FC236}">
                <a16:creationId xmlns:a16="http://schemas.microsoft.com/office/drawing/2014/main" id="{3E897896-23D1-463E-8014-62D73E563F4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77195" y="4023164"/>
            <a:ext cx="1048419" cy="1048419"/>
          </a:xfrm>
          <a:prstGeom prst="rect">
            <a:avLst/>
          </a:prstGeom>
        </p:spPr>
      </p:pic>
      <p:pic>
        <p:nvPicPr>
          <p:cNvPr id="106" name="Объект 4">
            <a:extLst>
              <a:ext uri="{FF2B5EF4-FFF2-40B4-BE49-F238E27FC236}">
                <a16:creationId xmlns:a16="http://schemas.microsoft.com/office/drawing/2014/main" id="{900E3C72-F8FF-4090-84A0-F2B609D6E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5740" y="1917447"/>
            <a:ext cx="1293495" cy="1293495"/>
          </a:xfrm>
          <a:prstGeom prst="rect">
            <a:avLst/>
          </a:prstGeom>
        </p:spPr>
      </p:pic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36083486-A4A5-4765-BFEB-38C6DF9982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508888" y="2056552"/>
            <a:ext cx="1015284" cy="1015284"/>
          </a:xfrm>
          <a:prstGeom prst="rect">
            <a:avLst/>
          </a:prstGeom>
        </p:spPr>
      </p:pic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1BCA8E18-C494-4824-8358-61CF9ECD04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397314" y="1917447"/>
            <a:ext cx="1293495" cy="1293495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E5C7360F-87B7-4997-9B76-B16276C863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09654" y="1961809"/>
            <a:ext cx="1204771" cy="1204771"/>
          </a:xfrm>
          <a:prstGeom prst="rect">
            <a:avLst/>
          </a:prstGeom>
        </p:spPr>
      </p:pic>
      <p:pic>
        <p:nvPicPr>
          <p:cNvPr id="110" name="Рисунок 109">
            <a:extLst>
              <a:ext uri="{FF2B5EF4-FFF2-40B4-BE49-F238E27FC236}">
                <a16:creationId xmlns:a16="http://schemas.microsoft.com/office/drawing/2014/main" id="{4A31CF14-389E-487E-AC38-B0C910B698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11542" y="2162604"/>
            <a:ext cx="803181" cy="803181"/>
          </a:xfrm>
          <a:prstGeom prst="rect">
            <a:avLst/>
          </a:prstGeom>
        </p:spPr>
      </p:pic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E1297AB4-7375-4C84-BEA7-C78F36EDB9B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327" y="2056552"/>
            <a:ext cx="1015284" cy="1015284"/>
          </a:xfrm>
          <a:prstGeom prst="rect">
            <a:avLst/>
          </a:prstGeom>
        </p:spPr>
      </p:pic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070CEB5D-52BF-4777-9405-808B04526B6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929090" y="2039985"/>
            <a:ext cx="1048419" cy="1048419"/>
          </a:xfrm>
          <a:prstGeom prst="rect">
            <a:avLst/>
          </a:prstGeom>
        </p:spPr>
      </p:pic>
      <p:pic>
        <p:nvPicPr>
          <p:cNvPr id="113" name="Объект 4">
            <a:extLst>
              <a:ext uri="{FF2B5EF4-FFF2-40B4-BE49-F238E27FC236}">
                <a16:creationId xmlns:a16="http://schemas.microsoft.com/office/drawing/2014/main" id="{EC191FDC-6470-4F3C-AB44-5C52259EB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2706" y="1917447"/>
            <a:ext cx="1293495" cy="1293495"/>
          </a:xfrm>
          <a:prstGeom prst="rect">
            <a:avLst/>
          </a:prstGeom>
        </p:spPr>
      </p:pic>
      <p:pic>
        <p:nvPicPr>
          <p:cNvPr id="114" name="Рисунок 113">
            <a:extLst>
              <a:ext uri="{FF2B5EF4-FFF2-40B4-BE49-F238E27FC236}">
                <a16:creationId xmlns:a16="http://schemas.microsoft.com/office/drawing/2014/main" id="{50B80FE0-A27B-4807-9B84-07AFB5B6C5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29558" y="2056552"/>
            <a:ext cx="1015284" cy="1015284"/>
          </a:xfrm>
          <a:prstGeom prst="rect">
            <a:avLst/>
          </a:prstGeom>
        </p:spPr>
      </p:pic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E680B064-66E2-469E-8B8B-C49C49F0B9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1132" y="1917447"/>
            <a:ext cx="1293495" cy="1293495"/>
          </a:xfrm>
          <a:prstGeom prst="rect">
            <a:avLst/>
          </a:prstGeom>
        </p:spPr>
      </p:pic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A85E855D-733E-43AF-8A1F-49050DB82C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48103" y="1961809"/>
            <a:ext cx="1204771" cy="1204771"/>
          </a:xfrm>
          <a:prstGeom prst="rect">
            <a:avLst/>
          </a:prstGeom>
        </p:spPr>
      </p:pic>
      <p:pic>
        <p:nvPicPr>
          <p:cNvPr id="117" name="Рисунок 116">
            <a:extLst>
              <a:ext uri="{FF2B5EF4-FFF2-40B4-BE49-F238E27FC236}">
                <a16:creationId xmlns:a16="http://schemas.microsoft.com/office/drawing/2014/main" id="{AFAA2431-FA11-4415-B8C2-D0303ABB57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549988" y="2162604"/>
            <a:ext cx="803181" cy="803181"/>
          </a:xfrm>
          <a:prstGeom prst="rect">
            <a:avLst/>
          </a:prstGeom>
        </p:spPr>
      </p:pic>
      <p:pic>
        <p:nvPicPr>
          <p:cNvPr id="118" name="Рисунок 117">
            <a:extLst>
              <a:ext uri="{FF2B5EF4-FFF2-40B4-BE49-F238E27FC236}">
                <a16:creationId xmlns:a16="http://schemas.microsoft.com/office/drawing/2014/main" id="{2D69CCDA-661B-40B8-9AFF-E87391BBD9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939773" y="2056552"/>
            <a:ext cx="1015284" cy="1015284"/>
          </a:xfrm>
          <a:prstGeom prst="rect">
            <a:avLst/>
          </a:prstGeom>
        </p:spPr>
      </p:pic>
      <p:pic>
        <p:nvPicPr>
          <p:cNvPr id="119" name="Рисунок 118">
            <a:extLst>
              <a:ext uri="{FF2B5EF4-FFF2-40B4-BE49-F238E27FC236}">
                <a16:creationId xmlns:a16="http://schemas.microsoft.com/office/drawing/2014/main" id="{C7FE5F76-E150-42CB-8021-A3B63C1540F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09356" y="2039985"/>
            <a:ext cx="1048419" cy="1048419"/>
          </a:xfrm>
          <a:prstGeom prst="rect">
            <a:avLst/>
          </a:prstGeom>
        </p:spPr>
      </p:pic>
      <p:pic>
        <p:nvPicPr>
          <p:cNvPr id="120" name="Объект 4">
            <a:extLst>
              <a:ext uri="{FF2B5EF4-FFF2-40B4-BE49-F238E27FC236}">
                <a16:creationId xmlns:a16="http://schemas.microsoft.com/office/drawing/2014/main" id="{907CF672-0386-4299-A441-6E33E947B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65604" y="-243909"/>
            <a:ext cx="1293495" cy="1293495"/>
          </a:xfrm>
          <a:prstGeom prst="rect">
            <a:avLst/>
          </a:prstGeom>
        </p:spPr>
      </p:pic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6A5BF168-4CAC-44DB-BCF4-8660AB6A5B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1248" y="-104804"/>
            <a:ext cx="1015284" cy="1015284"/>
          </a:xfrm>
          <a:prstGeom prst="rect">
            <a:avLst/>
          </a:prstGeom>
        </p:spPr>
      </p:pic>
      <p:pic>
        <p:nvPicPr>
          <p:cNvPr id="122" name="Рисунок 121">
            <a:extLst>
              <a:ext uri="{FF2B5EF4-FFF2-40B4-BE49-F238E27FC236}">
                <a16:creationId xmlns:a16="http://schemas.microsoft.com/office/drawing/2014/main" id="{7B8B7840-901D-4A47-87E9-6998D6B7C8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22" y="-243909"/>
            <a:ext cx="1293495" cy="1293495"/>
          </a:xfrm>
          <a:prstGeom prst="rect">
            <a:avLst/>
          </a:prstGeom>
        </p:spPr>
      </p:pic>
      <p:pic>
        <p:nvPicPr>
          <p:cNvPr id="123" name="Рисунок 122">
            <a:extLst>
              <a:ext uri="{FF2B5EF4-FFF2-40B4-BE49-F238E27FC236}">
                <a16:creationId xmlns:a16="http://schemas.microsoft.com/office/drawing/2014/main" id="{56414F72-1F01-446F-AE24-3BEC3CEEB4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29790" y="-199547"/>
            <a:ext cx="1204771" cy="1204771"/>
          </a:xfrm>
          <a:prstGeom prst="rect">
            <a:avLst/>
          </a:prstGeom>
        </p:spPr>
      </p:pic>
      <p:pic>
        <p:nvPicPr>
          <p:cNvPr id="124" name="Рисунок 123">
            <a:extLst>
              <a:ext uri="{FF2B5EF4-FFF2-40B4-BE49-F238E27FC236}">
                <a16:creationId xmlns:a16="http://schemas.microsoft.com/office/drawing/2014/main" id="{D6692026-FD79-4984-BF1B-5F43676BFB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31678" y="1248"/>
            <a:ext cx="803181" cy="803181"/>
          </a:xfrm>
          <a:prstGeom prst="rect">
            <a:avLst/>
          </a:prstGeom>
        </p:spPr>
      </p:pic>
      <p:pic>
        <p:nvPicPr>
          <p:cNvPr id="125" name="Рисунок 124">
            <a:extLst>
              <a:ext uri="{FF2B5EF4-FFF2-40B4-BE49-F238E27FC236}">
                <a16:creationId xmlns:a16="http://schemas.microsoft.com/office/drawing/2014/main" id="{6F5960F2-D1AD-47C7-A79E-5FA76545C3B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21463" y="-104804"/>
            <a:ext cx="1015284" cy="1015284"/>
          </a:xfrm>
          <a:prstGeom prst="rect">
            <a:avLst/>
          </a:prstGeom>
        </p:spPr>
      </p:pic>
      <p:pic>
        <p:nvPicPr>
          <p:cNvPr id="126" name="Рисунок 125">
            <a:extLst>
              <a:ext uri="{FF2B5EF4-FFF2-40B4-BE49-F238E27FC236}">
                <a16:creationId xmlns:a16="http://schemas.microsoft.com/office/drawing/2014/main" id="{BD876129-25E2-4E0B-B717-AF557306EA1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708954" y="-121371"/>
            <a:ext cx="1048419" cy="1048419"/>
          </a:xfrm>
          <a:prstGeom prst="rect">
            <a:avLst/>
          </a:prstGeom>
        </p:spPr>
      </p:pic>
      <p:pic>
        <p:nvPicPr>
          <p:cNvPr id="127" name="Объект 4">
            <a:extLst>
              <a:ext uri="{FF2B5EF4-FFF2-40B4-BE49-F238E27FC236}">
                <a16:creationId xmlns:a16="http://schemas.microsoft.com/office/drawing/2014/main" id="{CA136950-33D1-413F-BE1E-3686E7DC7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2842" y="-243909"/>
            <a:ext cx="1293495" cy="1293495"/>
          </a:xfrm>
          <a:prstGeom prst="rect">
            <a:avLst/>
          </a:prstGeom>
        </p:spPr>
      </p:pic>
      <p:pic>
        <p:nvPicPr>
          <p:cNvPr id="128" name="Рисунок 127">
            <a:extLst>
              <a:ext uri="{FF2B5EF4-FFF2-40B4-BE49-F238E27FC236}">
                <a16:creationId xmlns:a16="http://schemas.microsoft.com/office/drawing/2014/main" id="{0AE8F324-7E9D-4110-9A3B-61A36F811A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49694" y="-104804"/>
            <a:ext cx="1015284" cy="1015284"/>
          </a:xfrm>
          <a:prstGeom prst="rect">
            <a:avLst/>
          </a:prstGeom>
        </p:spPr>
      </p:pic>
      <p:pic>
        <p:nvPicPr>
          <p:cNvPr id="129" name="Рисунок 128">
            <a:extLst>
              <a:ext uri="{FF2B5EF4-FFF2-40B4-BE49-F238E27FC236}">
                <a16:creationId xmlns:a16="http://schemas.microsoft.com/office/drawing/2014/main" id="{89869314-9E90-48FC-AF53-64E4BE7E8B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61268" y="-243909"/>
            <a:ext cx="1293495" cy="1293495"/>
          </a:xfrm>
          <a:prstGeom prst="rect">
            <a:avLst/>
          </a:prstGeom>
        </p:spPr>
      </p:pic>
      <p:pic>
        <p:nvPicPr>
          <p:cNvPr id="130" name="Рисунок 129">
            <a:extLst>
              <a:ext uri="{FF2B5EF4-FFF2-40B4-BE49-F238E27FC236}">
                <a16:creationId xmlns:a16="http://schemas.microsoft.com/office/drawing/2014/main" id="{FFD0BEF6-9859-4DA2-81CA-3C1F681B00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68239" y="-199547"/>
            <a:ext cx="1204771" cy="1204771"/>
          </a:xfrm>
          <a:prstGeom prst="rect">
            <a:avLst/>
          </a:prstGeom>
        </p:spPr>
      </p:pic>
      <p:pic>
        <p:nvPicPr>
          <p:cNvPr id="131" name="Рисунок 130">
            <a:extLst>
              <a:ext uri="{FF2B5EF4-FFF2-40B4-BE49-F238E27FC236}">
                <a16:creationId xmlns:a16="http://schemas.microsoft.com/office/drawing/2014/main" id="{3DF9DA03-881B-490D-A271-E71B28E4F3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770124" y="1248"/>
            <a:ext cx="803181" cy="803181"/>
          </a:xfrm>
          <a:prstGeom prst="rect">
            <a:avLst/>
          </a:prstGeom>
        </p:spPr>
      </p:pic>
      <p:pic>
        <p:nvPicPr>
          <p:cNvPr id="132" name="Рисунок 131">
            <a:extLst>
              <a:ext uri="{FF2B5EF4-FFF2-40B4-BE49-F238E27FC236}">
                <a16:creationId xmlns:a16="http://schemas.microsoft.com/office/drawing/2014/main" id="{B3B9D5B9-4020-40F1-B086-F7C2D38F054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159909" y="-104804"/>
            <a:ext cx="1015284" cy="1015284"/>
          </a:xfrm>
          <a:prstGeom prst="rect">
            <a:avLst/>
          </a:prstGeom>
        </p:spPr>
      </p:pic>
      <p:pic>
        <p:nvPicPr>
          <p:cNvPr id="133" name="Рисунок 132">
            <a:extLst>
              <a:ext uri="{FF2B5EF4-FFF2-40B4-BE49-F238E27FC236}">
                <a16:creationId xmlns:a16="http://schemas.microsoft.com/office/drawing/2014/main" id="{F3B255DA-3510-43C7-A667-F91944D02CA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29492" y="-121371"/>
            <a:ext cx="1048419" cy="1048419"/>
          </a:xfrm>
          <a:prstGeom prst="rect">
            <a:avLst/>
          </a:prstGeom>
        </p:spPr>
      </p:pic>
      <p:pic>
        <p:nvPicPr>
          <p:cNvPr id="134" name="Объект 4">
            <a:extLst>
              <a:ext uri="{FF2B5EF4-FFF2-40B4-BE49-F238E27FC236}">
                <a16:creationId xmlns:a16="http://schemas.microsoft.com/office/drawing/2014/main" id="{2BE1F0BB-6C13-4221-B9E5-0A7CC736B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5740" y="5762288"/>
            <a:ext cx="1293495" cy="1293495"/>
          </a:xfrm>
          <a:prstGeom prst="rect">
            <a:avLst/>
          </a:prstGeom>
        </p:spPr>
      </p:pic>
      <p:pic>
        <p:nvPicPr>
          <p:cNvPr id="135" name="Рисунок 134">
            <a:extLst>
              <a:ext uri="{FF2B5EF4-FFF2-40B4-BE49-F238E27FC236}">
                <a16:creationId xmlns:a16="http://schemas.microsoft.com/office/drawing/2014/main" id="{CC471E72-2703-47D2-B19F-CCE655408A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508888" y="5901393"/>
            <a:ext cx="1015284" cy="1015284"/>
          </a:xfrm>
          <a:prstGeom prst="rect">
            <a:avLst/>
          </a:prstGeom>
        </p:spPr>
      </p:pic>
      <p:pic>
        <p:nvPicPr>
          <p:cNvPr id="136" name="Рисунок 135">
            <a:extLst>
              <a:ext uri="{FF2B5EF4-FFF2-40B4-BE49-F238E27FC236}">
                <a16:creationId xmlns:a16="http://schemas.microsoft.com/office/drawing/2014/main" id="{9BD715CF-B96E-44E6-BE73-8BF5F2DAB2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397314" y="5762288"/>
            <a:ext cx="1293495" cy="1293495"/>
          </a:xfrm>
          <a:prstGeom prst="rect">
            <a:avLst/>
          </a:prstGeom>
        </p:spPr>
      </p:pic>
      <p:pic>
        <p:nvPicPr>
          <p:cNvPr id="137" name="Рисунок 136">
            <a:extLst>
              <a:ext uri="{FF2B5EF4-FFF2-40B4-BE49-F238E27FC236}">
                <a16:creationId xmlns:a16="http://schemas.microsoft.com/office/drawing/2014/main" id="{A2F32D69-F8B5-4BDE-AE5A-B656070D5C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09654" y="5806650"/>
            <a:ext cx="1204771" cy="1204771"/>
          </a:xfrm>
          <a:prstGeom prst="rect">
            <a:avLst/>
          </a:prstGeom>
        </p:spPr>
      </p:pic>
      <p:pic>
        <p:nvPicPr>
          <p:cNvPr id="138" name="Рисунок 137">
            <a:extLst>
              <a:ext uri="{FF2B5EF4-FFF2-40B4-BE49-F238E27FC236}">
                <a16:creationId xmlns:a16="http://schemas.microsoft.com/office/drawing/2014/main" id="{A52C3F14-86BC-41AE-9B20-85C700456B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11542" y="6007445"/>
            <a:ext cx="803181" cy="803181"/>
          </a:xfrm>
          <a:prstGeom prst="rect">
            <a:avLst/>
          </a:prstGeom>
        </p:spPr>
      </p:pic>
      <p:pic>
        <p:nvPicPr>
          <p:cNvPr id="139" name="Рисунок 138">
            <a:extLst>
              <a:ext uri="{FF2B5EF4-FFF2-40B4-BE49-F238E27FC236}">
                <a16:creationId xmlns:a16="http://schemas.microsoft.com/office/drawing/2014/main" id="{9D80AA20-DDD8-4D82-A5B1-BD36AC99782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327" y="5901393"/>
            <a:ext cx="1015284" cy="1015284"/>
          </a:xfrm>
          <a:prstGeom prst="rect">
            <a:avLst/>
          </a:prstGeom>
        </p:spPr>
      </p:pic>
      <p:pic>
        <p:nvPicPr>
          <p:cNvPr id="140" name="Рисунок 139">
            <a:extLst>
              <a:ext uri="{FF2B5EF4-FFF2-40B4-BE49-F238E27FC236}">
                <a16:creationId xmlns:a16="http://schemas.microsoft.com/office/drawing/2014/main" id="{76B07219-2069-4A59-A7F3-3E974D880F3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929090" y="5884826"/>
            <a:ext cx="1048419" cy="1048419"/>
          </a:xfrm>
          <a:prstGeom prst="rect">
            <a:avLst/>
          </a:prstGeom>
        </p:spPr>
      </p:pic>
      <p:pic>
        <p:nvPicPr>
          <p:cNvPr id="141" name="Объект 4">
            <a:extLst>
              <a:ext uri="{FF2B5EF4-FFF2-40B4-BE49-F238E27FC236}">
                <a16:creationId xmlns:a16="http://schemas.microsoft.com/office/drawing/2014/main" id="{3F96ECFD-BABF-42AD-AF6C-C4747079F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2706" y="5762288"/>
            <a:ext cx="1293495" cy="1293495"/>
          </a:xfrm>
          <a:prstGeom prst="rect">
            <a:avLst/>
          </a:prstGeom>
        </p:spPr>
      </p:pic>
      <p:pic>
        <p:nvPicPr>
          <p:cNvPr id="142" name="Рисунок 141">
            <a:extLst>
              <a:ext uri="{FF2B5EF4-FFF2-40B4-BE49-F238E27FC236}">
                <a16:creationId xmlns:a16="http://schemas.microsoft.com/office/drawing/2014/main" id="{B0F5D21C-3D54-4545-B22E-FEC2230469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29558" y="5901393"/>
            <a:ext cx="1015284" cy="1015284"/>
          </a:xfrm>
          <a:prstGeom prst="rect">
            <a:avLst/>
          </a:prstGeom>
        </p:spPr>
      </p:pic>
      <p:pic>
        <p:nvPicPr>
          <p:cNvPr id="143" name="Рисунок 142">
            <a:extLst>
              <a:ext uri="{FF2B5EF4-FFF2-40B4-BE49-F238E27FC236}">
                <a16:creationId xmlns:a16="http://schemas.microsoft.com/office/drawing/2014/main" id="{92135845-7B14-4521-84D7-2155F326DC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1132" y="5762288"/>
            <a:ext cx="1293495" cy="1293495"/>
          </a:xfrm>
          <a:prstGeom prst="rect">
            <a:avLst/>
          </a:prstGeom>
        </p:spPr>
      </p:pic>
      <p:pic>
        <p:nvPicPr>
          <p:cNvPr id="144" name="Рисунок 143">
            <a:extLst>
              <a:ext uri="{FF2B5EF4-FFF2-40B4-BE49-F238E27FC236}">
                <a16:creationId xmlns:a16="http://schemas.microsoft.com/office/drawing/2014/main" id="{0D872AEE-5624-4D45-A3A3-EA61D54463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48103" y="5806650"/>
            <a:ext cx="1204771" cy="1204771"/>
          </a:xfrm>
          <a:prstGeom prst="rect">
            <a:avLst/>
          </a:prstGeom>
        </p:spPr>
      </p:pic>
      <p:pic>
        <p:nvPicPr>
          <p:cNvPr id="145" name="Рисунок 144">
            <a:extLst>
              <a:ext uri="{FF2B5EF4-FFF2-40B4-BE49-F238E27FC236}">
                <a16:creationId xmlns:a16="http://schemas.microsoft.com/office/drawing/2014/main" id="{3F0E432F-8ACA-4687-8351-AF958BCFBC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549988" y="6007445"/>
            <a:ext cx="803181" cy="803181"/>
          </a:xfrm>
          <a:prstGeom prst="rect">
            <a:avLst/>
          </a:prstGeom>
        </p:spPr>
      </p:pic>
      <p:pic>
        <p:nvPicPr>
          <p:cNvPr id="146" name="Рисунок 145">
            <a:extLst>
              <a:ext uri="{FF2B5EF4-FFF2-40B4-BE49-F238E27FC236}">
                <a16:creationId xmlns:a16="http://schemas.microsoft.com/office/drawing/2014/main" id="{C744ABD2-5B43-4DEC-9C1B-8F0D40E4588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939773" y="5901393"/>
            <a:ext cx="1015284" cy="1015284"/>
          </a:xfrm>
          <a:prstGeom prst="rect">
            <a:avLst/>
          </a:prstGeom>
        </p:spPr>
      </p:pic>
      <p:pic>
        <p:nvPicPr>
          <p:cNvPr id="147" name="Рисунок 146">
            <a:extLst>
              <a:ext uri="{FF2B5EF4-FFF2-40B4-BE49-F238E27FC236}">
                <a16:creationId xmlns:a16="http://schemas.microsoft.com/office/drawing/2014/main" id="{EA273028-8BDE-4745-AE72-FB0B9F9A3F8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09356" y="5884826"/>
            <a:ext cx="1048419" cy="104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17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0C003366-80A9-45C3-9761-45579BB71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92218" y="12444413"/>
            <a:ext cx="1293495" cy="129349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BE5424-54ED-4541-ABD9-2F2F1A278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85926" y="12600086"/>
            <a:ext cx="1015284" cy="10152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9197235-BB14-44E5-BEF2-9C51F74F23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032296" y="12444413"/>
            <a:ext cx="1293495" cy="129349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EFEC63A-7411-4F70-9F10-5E0F2150D3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696901" y="12600086"/>
            <a:ext cx="1204771" cy="120477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8B35FE2-1298-4A5E-A22E-CACFF5C66E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297033" y="12706137"/>
            <a:ext cx="803181" cy="80318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E5AA12E-A3D0-4A55-B4BF-E4BA70045E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539141" y="12600086"/>
            <a:ext cx="1015284" cy="101528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4691F28-C699-468D-A27B-4C4E129759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97216" y="12566951"/>
            <a:ext cx="1048419" cy="1048419"/>
          </a:xfrm>
          <a:prstGeom prst="rect">
            <a:avLst/>
          </a:prstGeom>
        </p:spPr>
      </p:pic>
      <p:pic>
        <p:nvPicPr>
          <p:cNvPr id="22" name="Объект 4">
            <a:extLst>
              <a:ext uri="{FF2B5EF4-FFF2-40B4-BE49-F238E27FC236}">
                <a16:creationId xmlns:a16="http://schemas.microsoft.com/office/drawing/2014/main" id="{0A035D21-DE56-4C6F-86D6-760CA4F1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616542" y="-5142547"/>
            <a:ext cx="1293495" cy="129349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FC94B25-F568-478A-9FE2-1AA43DD0C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839690" y="-5003442"/>
            <a:ext cx="1015284" cy="101528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08EB0C2-05FA-4D40-B3BB-AE06CAB0DE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728116" y="-5142547"/>
            <a:ext cx="1293495" cy="129349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3207AC9-7FA0-4468-80D7-AA2878B524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8852" y="-5098185"/>
            <a:ext cx="1204771" cy="1204771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8B516632-F303-44EB-B8E9-DBCA463615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80740" y="-4897390"/>
            <a:ext cx="803181" cy="803181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148C05A-8266-4BBB-BF64-1BFD67EBF0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0525" y="-5003442"/>
            <a:ext cx="1015284" cy="101528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1149992-0BD1-4328-A1AD-8CC71283E0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259892" y="-5020009"/>
            <a:ext cx="1048419" cy="1048419"/>
          </a:xfrm>
          <a:prstGeom prst="rect">
            <a:avLst/>
          </a:prstGeom>
        </p:spPr>
      </p:pic>
      <p:pic>
        <p:nvPicPr>
          <p:cNvPr id="29" name="Объект 4">
            <a:extLst>
              <a:ext uri="{FF2B5EF4-FFF2-40B4-BE49-F238E27FC236}">
                <a16:creationId xmlns:a16="http://schemas.microsoft.com/office/drawing/2014/main" id="{D672DB12-454C-4463-8460-650B00964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904" y="-5142547"/>
            <a:ext cx="1293495" cy="1293495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56E2BF8-9F80-4F37-89FC-EA26A82CE6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98756" y="-5003442"/>
            <a:ext cx="1015284" cy="1015284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463348A-77F3-45EF-BB00-9FF3ED344C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10330" y="-5142547"/>
            <a:ext cx="1293495" cy="129349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5B3684C-2378-4EF3-B184-D54418139A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17301" y="-5098185"/>
            <a:ext cx="1204771" cy="1204771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3B61592-21B4-4BD1-B65C-851EC37D36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219186" y="-4897390"/>
            <a:ext cx="803181" cy="803181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C12ED24-9EA9-45D5-8FCF-C6D3A26271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08971" y="-5003442"/>
            <a:ext cx="1015284" cy="101528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14B65740-D445-4B40-A529-FB02D9ABA96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78554" y="-5020009"/>
            <a:ext cx="1048419" cy="1048419"/>
          </a:xfrm>
          <a:prstGeom prst="rect">
            <a:avLst/>
          </a:prstGeom>
        </p:spPr>
      </p:pic>
      <p:pic>
        <p:nvPicPr>
          <p:cNvPr id="36" name="Объект 4">
            <a:extLst>
              <a:ext uri="{FF2B5EF4-FFF2-40B4-BE49-F238E27FC236}">
                <a16:creationId xmlns:a16="http://schemas.microsoft.com/office/drawing/2014/main" id="{E2B5B9DC-3071-45D9-A549-1ABAE3075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784381" y="-7125726"/>
            <a:ext cx="1293495" cy="129349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4DE300DD-90E8-4AF0-A597-3BBFC0A056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007529" y="-6986621"/>
            <a:ext cx="1015284" cy="1015284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15FBFFB3-9554-46CB-98BF-E56E835459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895955" y="-7125726"/>
            <a:ext cx="1293495" cy="129349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B8CB431-47F6-41FC-BC47-F39CA23CAF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88987" y="-7081364"/>
            <a:ext cx="1204771" cy="120477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0C4063E2-B113-44BC-9EEA-4D57D11C50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787099" y="-6880569"/>
            <a:ext cx="803181" cy="803181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8BA05EFB-9AB8-45E0-9F69-B72DBAE2B7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3397314" y="-6986621"/>
            <a:ext cx="1015284" cy="1015284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B00BDC87-2535-4F85-989A-EDEFFFE763F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10427731" y="-7003188"/>
            <a:ext cx="1048419" cy="1048419"/>
          </a:xfrm>
          <a:prstGeom prst="rect">
            <a:avLst/>
          </a:prstGeom>
        </p:spPr>
      </p:pic>
      <p:pic>
        <p:nvPicPr>
          <p:cNvPr id="43" name="Объект 4">
            <a:extLst>
              <a:ext uri="{FF2B5EF4-FFF2-40B4-BE49-F238E27FC236}">
                <a16:creationId xmlns:a16="http://schemas.microsoft.com/office/drawing/2014/main" id="{EC69D091-0C21-4008-8F07-35EECFAE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4065" y="-7125726"/>
            <a:ext cx="1293495" cy="129349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CFBBD0F0-D7D4-4FCC-B1A3-992D6B8B6C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0917" y="-6986621"/>
            <a:ext cx="1015284" cy="1015284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6F7E205B-E158-4E78-9995-0231401526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2491" y="-7125726"/>
            <a:ext cx="1293495" cy="1293495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52253CC7-28C5-4A62-83B9-A7262A3CEE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9462" y="-7081364"/>
            <a:ext cx="1204771" cy="1204771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91DC5386-7528-458B-984A-7C63972A66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1347" y="-6880569"/>
            <a:ext cx="803181" cy="803181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EBB2639F-1942-4638-9BE8-7C771470FF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41132" y="-6986621"/>
            <a:ext cx="1015284" cy="1015284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C77A2B96-EF3F-4DDE-9EC9-23AA0D6CE7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10715" y="-7003188"/>
            <a:ext cx="1048419" cy="1048419"/>
          </a:xfrm>
          <a:prstGeom prst="rect">
            <a:avLst/>
          </a:prstGeom>
        </p:spPr>
      </p:pic>
      <p:pic>
        <p:nvPicPr>
          <p:cNvPr id="64" name="Объект 4">
            <a:extLst>
              <a:ext uri="{FF2B5EF4-FFF2-40B4-BE49-F238E27FC236}">
                <a16:creationId xmlns:a16="http://schemas.microsoft.com/office/drawing/2014/main" id="{A7AA140A-4CDD-4F97-AB7D-A0C2D5795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64245" y="-9287082"/>
            <a:ext cx="1293495" cy="1293495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9DAA31C0-1623-4EB1-BA77-13B4556463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787393" y="-9147977"/>
            <a:ext cx="1015284" cy="1015284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E40955E9-2B33-4442-BB19-5DB73A0B2E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675819" y="-9287082"/>
            <a:ext cx="1293495" cy="1293495"/>
          </a:xfrm>
          <a:prstGeom prst="rect">
            <a:avLst/>
          </a:prstGeom>
        </p:spPr>
      </p:pic>
      <p:pic>
        <p:nvPicPr>
          <p:cNvPr id="67" name="Рисунок 66">
            <a:extLst>
              <a:ext uri="{FF2B5EF4-FFF2-40B4-BE49-F238E27FC236}">
                <a16:creationId xmlns:a16="http://schemas.microsoft.com/office/drawing/2014/main" id="{8647C88E-5938-400C-86DC-0BBD8FD84D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31149" y="-9242720"/>
            <a:ext cx="1204771" cy="1204771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BAAAF049-7DD4-49F2-A8C7-2534D63622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33037" y="-9041925"/>
            <a:ext cx="803181" cy="803181"/>
          </a:xfrm>
          <a:prstGeom prst="rect">
            <a:avLst/>
          </a:prstGeom>
        </p:spPr>
      </p:pic>
      <p:pic>
        <p:nvPicPr>
          <p:cNvPr id="69" name="Рисунок 68">
            <a:extLst>
              <a:ext uri="{FF2B5EF4-FFF2-40B4-BE49-F238E27FC236}">
                <a16:creationId xmlns:a16="http://schemas.microsoft.com/office/drawing/2014/main" id="{5855A36A-AACD-4A2A-BE0B-C814174EEF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2822" y="-9147977"/>
            <a:ext cx="1015284" cy="1015284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366E843A-CAED-4FA1-AFE9-E8173051651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207595" y="-9164544"/>
            <a:ext cx="1048419" cy="1048419"/>
          </a:xfrm>
          <a:prstGeom prst="rect">
            <a:avLst/>
          </a:prstGeom>
        </p:spPr>
      </p:pic>
      <p:pic>
        <p:nvPicPr>
          <p:cNvPr id="71" name="Объект 4">
            <a:extLst>
              <a:ext uri="{FF2B5EF4-FFF2-40B4-BE49-F238E27FC236}">
                <a16:creationId xmlns:a16="http://schemas.microsoft.com/office/drawing/2014/main" id="{E6A36CCC-8F63-4FA5-ADBA-AD163EDDC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201" y="-9287082"/>
            <a:ext cx="1293495" cy="1293495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E9B74204-0577-44E8-B83A-F488EB381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51053" y="-9147977"/>
            <a:ext cx="1015284" cy="1015284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FD3C315F-7290-4408-B30A-239E4E1585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62627" y="-9287082"/>
            <a:ext cx="1293495" cy="1293495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32C45A18-0C9E-4846-81F2-456BF67454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69598" y="-9242720"/>
            <a:ext cx="1204771" cy="1204771"/>
          </a:xfrm>
          <a:prstGeom prst="rect">
            <a:avLst/>
          </a:prstGeom>
        </p:spPr>
      </p:pic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F10E97CD-E668-470E-A185-74E69E8400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271483" y="-9041925"/>
            <a:ext cx="803181" cy="803181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F589EBF0-F2A4-4B8D-A459-C7CE8A5788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61268" y="-9147977"/>
            <a:ext cx="1015284" cy="1015284"/>
          </a:xfrm>
          <a:prstGeom prst="rect">
            <a:avLst/>
          </a:prstGeom>
        </p:spPr>
      </p:pic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C7613EB9-7611-41FD-8A2E-8C99EEC935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30851" y="-9164544"/>
            <a:ext cx="1048419" cy="1048419"/>
          </a:xfrm>
          <a:prstGeom prst="rect">
            <a:avLst/>
          </a:prstGeom>
        </p:spPr>
      </p:pic>
      <p:pic>
        <p:nvPicPr>
          <p:cNvPr id="78" name="Объект 4">
            <a:extLst>
              <a:ext uri="{FF2B5EF4-FFF2-40B4-BE49-F238E27FC236}">
                <a16:creationId xmlns:a16="http://schemas.microsoft.com/office/drawing/2014/main" id="{A8FA87BD-7844-4065-9F8B-C7DD478E4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784381" y="-3280885"/>
            <a:ext cx="1293495" cy="1293495"/>
          </a:xfrm>
          <a:prstGeom prst="rect">
            <a:avLst/>
          </a:prstGeom>
        </p:spPr>
      </p:pic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37061EE-D7C2-477E-A694-A928EF052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007529" y="-3141780"/>
            <a:ext cx="1015284" cy="1015284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BB3A1563-05F6-4404-BA60-9E8280533F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895955" y="-3280885"/>
            <a:ext cx="1293495" cy="1293495"/>
          </a:xfrm>
          <a:prstGeom prst="rect">
            <a:avLst/>
          </a:prstGeom>
        </p:spPr>
      </p:pic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753996FE-BE67-4871-9BB0-62708B51CF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88987" y="-3236523"/>
            <a:ext cx="1204771" cy="1204771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F35765EB-E2AB-4DA0-BD83-8CA887FE5F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787099" y="-3035728"/>
            <a:ext cx="803181" cy="803181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1AC63F21-7505-4E0F-A256-5427DA281B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3397314" y="-3141780"/>
            <a:ext cx="1015284" cy="1015284"/>
          </a:xfrm>
          <a:prstGeom prst="rect">
            <a:avLst/>
          </a:prstGeom>
        </p:spPr>
      </p:pic>
      <p:pic>
        <p:nvPicPr>
          <p:cNvPr id="84" name="Рисунок 83">
            <a:extLst>
              <a:ext uri="{FF2B5EF4-FFF2-40B4-BE49-F238E27FC236}">
                <a16:creationId xmlns:a16="http://schemas.microsoft.com/office/drawing/2014/main" id="{94B24DCB-9E30-4594-9DBE-222B71EBF8E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10427731" y="-3158347"/>
            <a:ext cx="1048419" cy="1048419"/>
          </a:xfrm>
          <a:prstGeom prst="rect">
            <a:avLst/>
          </a:prstGeom>
        </p:spPr>
      </p:pic>
      <p:pic>
        <p:nvPicPr>
          <p:cNvPr id="85" name="Объект 4">
            <a:extLst>
              <a:ext uri="{FF2B5EF4-FFF2-40B4-BE49-F238E27FC236}">
                <a16:creationId xmlns:a16="http://schemas.microsoft.com/office/drawing/2014/main" id="{6E97DABD-BF3D-4876-82B0-AA5D48011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4065" y="-3280885"/>
            <a:ext cx="1293495" cy="1293495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548B786D-6A82-4A58-B582-373880ADB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0917" y="-3141780"/>
            <a:ext cx="1015284" cy="1015284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AEDA5100-F475-40FD-8216-C9FA6D70BB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2491" y="-3280885"/>
            <a:ext cx="1293495" cy="1293495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CA59D9E7-160F-4955-B84D-AC48D1F768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9462" y="-3236523"/>
            <a:ext cx="1204771" cy="1204771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A6FF9D88-4C31-4A7E-BA7F-206C07F5C1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1347" y="-3035728"/>
            <a:ext cx="803181" cy="803181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85A08FBB-B416-4E04-BF5F-79FD183AC9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41132" y="-3141780"/>
            <a:ext cx="1015284" cy="1015284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5FA14820-1093-4D88-9F7A-043ADC3B70A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10715" y="-3158347"/>
            <a:ext cx="1048419" cy="1048419"/>
          </a:xfrm>
          <a:prstGeom prst="rect">
            <a:avLst/>
          </a:prstGeom>
        </p:spPr>
      </p:pic>
      <p:pic>
        <p:nvPicPr>
          <p:cNvPr id="92" name="Объект 4">
            <a:extLst>
              <a:ext uri="{FF2B5EF4-FFF2-40B4-BE49-F238E27FC236}">
                <a16:creationId xmlns:a16="http://schemas.microsoft.com/office/drawing/2014/main" id="{0E21CC2B-21B5-4A51-9769-318E908CAEA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1100709" y="2821189"/>
            <a:ext cx="1293495" cy="1293495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8DE3A7B1-B107-4B67-9BD4-41BEA4AA942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76143" y="2960294"/>
            <a:ext cx="1015284" cy="1015284"/>
          </a:xfrm>
          <a:prstGeom prst="rect">
            <a:avLst/>
          </a:prstGeom>
        </p:spPr>
      </p:pic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614E55D4-51F9-41F3-8D58-32703143FFD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87717" y="2821189"/>
            <a:ext cx="1293495" cy="1293495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839D07AB-8DE3-4159-AFE0-AFD846A5041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294685" y="2865551"/>
            <a:ext cx="1204771" cy="1204771"/>
          </a:xfrm>
          <a:prstGeom prst="rect">
            <a:avLst/>
          </a:prstGeom>
        </p:spPr>
      </p:pic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1C8BCEF6-381D-4A93-80BC-3832D8E96A9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896573" y="3066346"/>
            <a:ext cx="803181" cy="803181"/>
          </a:xfrm>
          <a:prstGeom prst="rect">
            <a:avLst/>
          </a:prstGeom>
        </p:spPr>
      </p:pic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375757D7-E1CE-4411-8ED7-C1F47C30B8F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286358" y="2960294"/>
            <a:ext cx="1015284" cy="1015284"/>
          </a:xfrm>
          <a:prstGeom prst="rect">
            <a:avLst/>
          </a:prstGeom>
        </p:spPr>
      </p:pic>
      <p:pic>
        <p:nvPicPr>
          <p:cNvPr id="98" name="Рисунок 97">
            <a:extLst>
              <a:ext uri="{FF2B5EF4-FFF2-40B4-BE49-F238E27FC236}">
                <a16:creationId xmlns:a16="http://schemas.microsoft.com/office/drawing/2014/main" id="{62C1F4D1-8850-46F9-A90E-5316655746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761251" y="4023164"/>
            <a:ext cx="1048419" cy="1048419"/>
          </a:xfrm>
          <a:prstGeom prst="rect">
            <a:avLst/>
          </a:prstGeom>
        </p:spPr>
      </p:pic>
      <p:pic>
        <p:nvPicPr>
          <p:cNvPr id="99" name="Объект 4">
            <a:extLst>
              <a:ext uri="{FF2B5EF4-FFF2-40B4-BE49-F238E27FC236}">
                <a16:creationId xmlns:a16="http://schemas.microsoft.com/office/drawing/2014/main" id="{8209CED2-5298-4594-A5B0-ACF899F5801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37737" y="2821189"/>
            <a:ext cx="1293495" cy="1293495"/>
          </a:xfrm>
          <a:prstGeom prst="rect">
            <a:avLst/>
          </a:prstGeom>
        </p:spPr>
      </p:pic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10C990BD-0D0D-458F-ABB6-8959FF1C3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97397" y="4039731"/>
            <a:ext cx="1015284" cy="1015284"/>
          </a:xfrm>
          <a:prstGeom prst="rect">
            <a:avLst/>
          </a:prstGeom>
        </p:spPr>
      </p:pic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440769DD-9BAC-4277-9751-F748D56879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08971" y="3900626"/>
            <a:ext cx="1293495" cy="1293495"/>
          </a:xfrm>
          <a:prstGeom prst="rect">
            <a:avLst/>
          </a:prstGeom>
        </p:spPr>
      </p:pic>
      <p:pic>
        <p:nvPicPr>
          <p:cNvPr id="102" name="Рисунок 101">
            <a:extLst>
              <a:ext uri="{FF2B5EF4-FFF2-40B4-BE49-F238E27FC236}">
                <a16:creationId xmlns:a16="http://schemas.microsoft.com/office/drawing/2014/main" id="{27B2F604-7DB9-4A0A-9CF5-5A527BD513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15942" y="3944988"/>
            <a:ext cx="1204771" cy="1204771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CE0039BB-4402-40B0-BBB7-6D74AD770A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717827" y="4145783"/>
            <a:ext cx="803181" cy="803181"/>
          </a:xfrm>
          <a:prstGeom prst="rect">
            <a:avLst/>
          </a:prstGeom>
        </p:spPr>
      </p:pic>
      <p:pic>
        <p:nvPicPr>
          <p:cNvPr id="104" name="Рисунок 103">
            <a:extLst>
              <a:ext uri="{FF2B5EF4-FFF2-40B4-BE49-F238E27FC236}">
                <a16:creationId xmlns:a16="http://schemas.microsoft.com/office/drawing/2014/main" id="{FFB32511-9599-48A2-B069-5BD16F91FB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107612" y="4039731"/>
            <a:ext cx="1015284" cy="1015284"/>
          </a:xfrm>
          <a:prstGeom prst="rect">
            <a:avLst/>
          </a:prstGeom>
        </p:spPr>
      </p:pic>
      <p:pic>
        <p:nvPicPr>
          <p:cNvPr id="105" name="Рисунок 104">
            <a:extLst>
              <a:ext uri="{FF2B5EF4-FFF2-40B4-BE49-F238E27FC236}">
                <a16:creationId xmlns:a16="http://schemas.microsoft.com/office/drawing/2014/main" id="{3E897896-23D1-463E-8014-62D73E563F4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94387" y="2943727"/>
            <a:ext cx="1048419" cy="1048419"/>
          </a:xfrm>
          <a:prstGeom prst="rect">
            <a:avLst/>
          </a:prstGeom>
        </p:spPr>
      </p:pic>
      <p:pic>
        <p:nvPicPr>
          <p:cNvPr id="106" name="Объект 4">
            <a:extLst>
              <a:ext uri="{FF2B5EF4-FFF2-40B4-BE49-F238E27FC236}">
                <a16:creationId xmlns:a16="http://schemas.microsoft.com/office/drawing/2014/main" id="{900E3C72-F8FF-4090-84A0-F2B609D6E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5740" y="1917447"/>
            <a:ext cx="1293495" cy="1293495"/>
          </a:xfrm>
          <a:prstGeom prst="rect">
            <a:avLst/>
          </a:prstGeom>
        </p:spPr>
      </p:pic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36083486-A4A5-4765-BFEB-38C6DF9982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508888" y="2056552"/>
            <a:ext cx="1015284" cy="1015284"/>
          </a:xfrm>
          <a:prstGeom prst="rect">
            <a:avLst/>
          </a:prstGeom>
        </p:spPr>
      </p:pic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1BCA8E18-C494-4824-8358-61CF9ECD04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397314" y="1917447"/>
            <a:ext cx="1293495" cy="1293495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E5C7360F-87B7-4997-9B76-B16276C8631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132104" y="1277091"/>
            <a:ext cx="1204771" cy="1204771"/>
          </a:xfrm>
          <a:prstGeom prst="rect">
            <a:avLst/>
          </a:prstGeom>
        </p:spPr>
      </p:pic>
      <p:pic>
        <p:nvPicPr>
          <p:cNvPr id="110" name="Рисунок 109">
            <a:extLst>
              <a:ext uri="{FF2B5EF4-FFF2-40B4-BE49-F238E27FC236}">
                <a16:creationId xmlns:a16="http://schemas.microsoft.com/office/drawing/2014/main" id="{4A31CF14-389E-487E-AC38-B0C910B698E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733992" y="1477886"/>
            <a:ext cx="803181" cy="803181"/>
          </a:xfrm>
          <a:prstGeom prst="rect">
            <a:avLst/>
          </a:prstGeom>
        </p:spPr>
      </p:pic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E1297AB4-7375-4C84-BEA7-C78F36EDB9B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3777" y="1371834"/>
            <a:ext cx="1015284" cy="1015284"/>
          </a:xfrm>
          <a:prstGeom prst="rect">
            <a:avLst/>
          </a:prstGeom>
        </p:spPr>
      </p:pic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070CEB5D-52BF-4777-9405-808B04526B6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929090" y="2039985"/>
            <a:ext cx="1048419" cy="1048419"/>
          </a:xfrm>
          <a:prstGeom prst="rect">
            <a:avLst/>
          </a:prstGeom>
        </p:spPr>
      </p:pic>
      <p:pic>
        <p:nvPicPr>
          <p:cNvPr id="113" name="Объект 4">
            <a:extLst>
              <a:ext uri="{FF2B5EF4-FFF2-40B4-BE49-F238E27FC236}">
                <a16:creationId xmlns:a16="http://schemas.microsoft.com/office/drawing/2014/main" id="{EC191FDC-6470-4F3C-AB44-5C52259EB3F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75156" y="1232729"/>
            <a:ext cx="1293495" cy="1293495"/>
          </a:xfrm>
          <a:prstGeom prst="rect">
            <a:avLst/>
          </a:prstGeom>
        </p:spPr>
      </p:pic>
      <p:pic>
        <p:nvPicPr>
          <p:cNvPr id="114" name="Рисунок 113">
            <a:extLst>
              <a:ext uri="{FF2B5EF4-FFF2-40B4-BE49-F238E27FC236}">
                <a16:creationId xmlns:a16="http://schemas.microsoft.com/office/drawing/2014/main" id="{50B80FE0-A27B-4807-9B84-07AFB5B6C57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352008" y="1371834"/>
            <a:ext cx="1015284" cy="1015284"/>
          </a:xfrm>
          <a:prstGeom prst="rect">
            <a:avLst/>
          </a:prstGeom>
        </p:spPr>
      </p:pic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E680B064-66E2-469E-8B8B-C49C49F0B96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63582" y="1232729"/>
            <a:ext cx="1293495" cy="1293495"/>
          </a:xfrm>
          <a:prstGeom prst="rect">
            <a:avLst/>
          </a:prstGeom>
        </p:spPr>
      </p:pic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A85E855D-733E-43AF-8A1F-49050DB82C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48103" y="1961809"/>
            <a:ext cx="1204771" cy="1204771"/>
          </a:xfrm>
          <a:prstGeom prst="rect">
            <a:avLst/>
          </a:prstGeom>
        </p:spPr>
      </p:pic>
      <p:pic>
        <p:nvPicPr>
          <p:cNvPr id="117" name="Рисунок 116">
            <a:extLst>
              <a:ext uri="{FF2B5EF4-FFF2-40B4-BE49-F238E27FC236}">
                <a16:creationId xmlns:a16="http://schemas.microsoft.com/office/drawing/2014/main" id="{AFAA2431-FA11-4415-B8C2-D0303ABB57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549988" y="2162604"/>
            <a:ext cx="803181" cy="803181"/>
          </a:xfrm>
          <a:prstGeom prst="rect">
            <a:avLst/>
          </a:prstGeom>
        </p:spPr>
      </p:pic>
      <p:pic>
        <p:nvPicPr>
          <p:cNvPr id="118" name="Рисунок 117">
            <a:extLst>
              <a:ext uri="{FF2B5EF4-FFF2-40B4-BE49-F238E27FC236}">
                <a16:creationId xmlns:a16="http://schemas.microsoft.com/office/drawing/2014/main" id="{2D69CCDA-661B-40B8-9AFF-E87391BBD95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962223" y="1371834"/>
            <a:ext cx="1015284" cy="1015284"/>
          </a:xfrm>
          <a:prstGeom prst="rect">
            <a:avLst/>
          </a:prstGeom>
        </p:spPr>
      </p:pic>
      <p:pic>
        <p:nvPicPr>
          <p:cNvPr id="119" name="Рисунок 118">
            <a:extLst>
              <a:ext uri="{FF2B5EF4-FFF2-40B4-BE49-F238E27FC236}">
                <a16:creationId xmlns:a16="http://schemas.microsoft.com/office/drawing/2014/main" id="{C7FE5F76-E150-42CB-8021-A3B63C1540F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931806" y="1355267"/>
            <a:ext cx="1048419" cy="1048419"/>
          </a:xfrm>
          <a:prstGeom prst="rect">
            <a:avLst/>
          </a:prstGeom>
        </p:spPr>
      </p:pic>
      <p:pic>
        <p:nvPicPr>
          <p:cNvPr id="120" name="Объект 4">
            <a:extLst>
              <a:ext uri="{FF2B5EF4-FFF2-40B4-BE49-F238E27FC236}">
                <a16:creationId xmlns:a16="http://schemas.microsoft.com/office/drawing/2014/main" id="{907CF672-0386-4299-A441-6E33E947B64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1065604" y="-243909"/>
            <a:ext cx="1293495" cy="1293495"/>
          </a:xfrm>
          <a:prstGeom prst="rect">
            <a:avLst/>
          </a:prstGeom>
        </p:spPr>
      </p:pic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6A5BF168-4CAC-44DB-BCF4-8660AB6A5BC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711248" y="-104804"/>
            <a:ext cx="1015284" cy="1015284"/>
          </a:xfrm>
          <a:prstGeom prst="rect">
            <a:avLst/>
          </a:prstGeom>
        </p:spPr>
      </p:pic>
      <p:pic>
        <p:nvPicPr>
          <p:cNvPr id="122" name="Рисунок 121">
            <a:extLst>
              <a:ext uri="{FF2B5EF4-FFF2-40B4-BE49-F238E27FC236}">
                <a16:creationId xmlns:a16="http://schemas.microsoft.com/office/drawing/2014/main" id="{7B8B7840-901D-4A47-87E9-6998D6B7C85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2822" y="-243909"/>
            <a:ext cx="1293495" cy="1293495"/>
          </a:xfrm>
          <a:prstGeom prst="rect">
            <a:avLst/>
          </a:prstGeom>
        </p:spPr>
      </p:pic>
      <p:pic>
        <p:nvPicPr>
          <p:cNvPr id="123" name="Рисунок 122">
            <a:extLst>
              <a:ext uri="{FF2B5EF4-FFF2-40B4-BE49-F238E27FC236}">
                <a16:creationId xmlns:a16="http://schemas.microsoft.com/office/drawing/2014/main" id="{56414F72-1F01-446F-AE24-3BEC3CEEB44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29790" y="-199547"/>
            <a:ext cx="1204771" cy="1204771"/>
          </a:xfrm>
          <a:prstGeom prst="rect">
            <a:avLst/>
          </a:prstGeom>
        </p:spPr>
      </p:pic>
      <p:pic>
        <p:nvPicPr>
          <p:cNvPr id="124" name="Рисунок 123">
            <a:extLst>
              <a:ext uri="{FF2B5EF4-FFF2-40B4-BE49-F238E27FC236}">
                <a16:creationId xmlns:a16="http://schemas.microsoft.com/office/drawing/2014/main" id="{D6692026-FD79-4984-BF1B-5F43676BFB3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931678" y="1248"/>
            <a:ext cx="803181" cy="803181"/>
          </a:xfrm>
          <a:prstGeom prst="rect">
            <a:avLst/>
          </a:prstGeom>
        </p:spPr>
      </p:pic>
      <p:pic>
        <p:nvPicPr>
          <p:cNvPr id="125" name="Рисунок 124">
            <a:extLst>
              <a:ext uri="{FF2B5EF4-FFF2-40B4-BE49-F238E27FC236}">
                <a16:creationId xmlns:a16="http://schemas.microsoft.com/office/drawing/2014/main" id="{6F5960F2-D1AD-47C7-A79E-5FA76545C3B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321463" y="-104804"/>
            <a:ext cx="1015284" cy="1015284"/>
          </a:xfrm>
          <a:prstGeom prst="rect">
            <a:avLst/>
          </a:prstGeom>
        </p:spPr>
      </p:pic>
      <p:pic>
        <p:nvPicPr>
          <p:cNvPr id="126" name="Рисунок 125">
            <a:extLst>
              <a:ext uri="{FF2B5EF4-FFF2-40B4-BE49-F238E27FC236}">
                <a16:creationId xmlns:a16="http://schemas.microsoft.com/office/drawing/2014/main" id="{BD876129-25E2-4E0B-B717-AF557306EA1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708954" y="-121371"/>
            <a:ext cx="1048419" cy="1048419"/>
          </a:xfrm>
          <a:prstGeom prst="rect">
            <a:avLst/>
          </a:prstGeom>
        </p:spPr>
      </p:pic>
      <p:pic>
        <p:nvPicPr>
          <p:cNvPr id="127" name="Объект 4">
            <a:extLst>
              <a:ext uri="{FF2B5EF4-FFF2-40B4-BE49-F238E27FC236}">
                <a16:creationId xmlns:a16="http://schemas.microsoft.com/office/drawing/2014/main" id="{CA136950-33D1-413F-BE1E-3686E7DC7AF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72842" y="-243909"/>
            <a:ext cx="1293495" cy="1293495"/>
          </a:xfrm>
          <a:prstGeom prst="rect">
            <a:avLst/>
          </a:prstGeom>
        </p:spPr>
      </p:pic>
      <p:pic>
        <p:nvPicPr>
          <p:cNvPr id="128" name="Рисунок 127">
            <a:extLst>
              <a:ext uri="{FF2B5EF4-FFF2-40B4-BE49-F238E27FC236}">
                <a16:creationId xmlns:a16="http://schemas.microsoft.com/office/drawing/2014/main" id="{0AE8F324-7E9D-4110-9A3B-61A36F811A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49694" y="-104804"/>
            <a:ext cx="1015284" cy="1015284"/>
          </a:xfrm>
          <a:prstGeom prst="rect">
            <a:avLst/>
          </a:prstGeom>
        </p:spPr>
      </p:pic>
      <p:pic>
        <p:nvPicPr>
          <p:cNvPr id="129" name="Рисунок 128">
            <a:extLst>
              <a:ext uri="{FF2B5EF4-FFF2-40B4-BE49-F238E27FC236}">
                <a16:creationId xmlns:a16="http://schemas.microsoft.com/office/drawing/2014/main" id="{89869314-9E90-48FC-AF53-64E4BE7E8B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61268" y="-243909"/>
            <a:ext cx="1293495" cy="1293495"/>
          </a:xfrm>
          <a:prstGeom prst="rect">
            <a:avLst/>
          </a:prstGeom>
        </p:spPr>
      </p:pic>
      <p:pic>
        <p:nvPicPr>
          <p:cNvPr id="130" name="Рисунок 129">
            <a:extLst>
              <a:ext uri="{FF2B5EF4-FFF2-40B4-BE49-F238E27FC236}">
                <a16:creationId xmlns:a16="http://schemas.microsoft.com/office/drawing/2014/main" id="{FFD0BEF6-9859-4DA2-81CA-3C1F681B00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68239" y="-199547"/>
            <a:ext cx="1204771" cy="1204771"/>
          </a:xfrm>
          <a:prstGeom prst="rect">
            <a:avLst/>
          </a:prstGeom>
        </p:spPr>
      </p:pic>
      <p:pic>
        <p:nvPicPr>
          <p:cNvPr id="131" name="Рисунок 130">
            <a:extLst>
              <a:ext uri="{FF2B5EF4-FFF2-40B4-BE49-F238E27FC236}">
                <a16:creationId xmlns:a16="http://schemas.microsoft.com/office/drawing/2014/main" id="{3DF9DA03-881B-490D-A271-E71B28E4F3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770124" y="1248"/>
            <a:ext cx="803181" cy="803181"/>
          </a:xfrm>
          <a:prstGeom prst="rect">
            <a:avLst/>
          </a:prstGeom>
        </p:spPr>
      </p:pic>
      <p:pic>
        <p:nvPicPr>
          <p:cNvPr id="132" name="Рисунок 131">
            <a:extLst>
              <a:ext uri="{FF2B5EF4-FFF2-40B4-BE49-F238E27FC236}">
                <a16:creationId xmlns:a16="http://schemas.microsoft.com/office/drawing/2014/main" id="{B3B9D5B9-4020-40F1-B086-F7C2D38F054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159909" y="-104804"/>
            <a:ext cx="1015284" cy="1015284"/>
          </a:xfrm>
          <a:prstGeom prst="rect">
            <a:avLst/>
          </a:prstGeom>
        </p:spPr>
      </p:pic>
      <p:pic>
        <p:nvPicPr>
          <p:cNvPr id="133" name="Рисунок 132">
            <a:extLst>
              <a:ext uri="{FF2B5EF4-FFF2-40B4-BE49-F238E27FC236}">
                <a16:creationId xmlns:a16="http://schemas.microsoft.com/office/drawing/2014/main" id="{F3B255DA-3510-43C7-A667-F91944D02CA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129492" y="-121371"/>
            <a:ext cx="1048419" cy="1048419"/>
          </a:xfrm>
          <a:prstGeom prst="rect">
            <a:avLst/>
          </a:prstGeom>
        </p:spPr>
      </p:pic>
      <p:pic>
        <p:nvPicPr>
          <p:cNvPr id="134" name="Объект 4">
            <a:extLst>
              <a:ext uri="{FF2B5EF4-FFF2-40B4-BE49-F238E27FC236}">
                <a16:creationId xmlns:a16="http://schemas.microsoft.com/office/drawing/2014/main" id="{2BE1F0BB-6C13-4221-B9E5-0A7CC736B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5740" y="5762288"/>
            <a:ext cx="1293495" cy="1293495"/>
          </a:xfrm>
          <a:prstGeom prst="rect">
            <a:avLst/>
          </a:prstGeom>
        </p:spPr>
      </p:pic>
      <p:pic>
        <p:nvPicPr>
          <p:cNvPr id="135" name="Рисунок 134">
            <a:extLst>
              <a:ext uri="{FF2B5EF4-FFF2-40B4-BE49-F238E27FC236}">
                <a16:creationId xmlns:a16="http://schemas.microsoft.com/office/drawing/2014/main" id="{CC471E72-2703-47D2-B19F-CCE655408A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508888" y="5901393"/>
            <a:ext cx="1015284" cy="1015284"/>
          </a:xfrm>
          <a:prstGeom prst="rect">
            <a:avLst/>
          </a:prstGeom>
        </p:spPr>
      </p:pic>
      <p:pic>
        <p:nvPicPr>
          <p:cNvPr id="136" name="Рисунок 135">
            <a:extLst>
              <a:ext uri="{FF2B5EF4-FFF2-40B4-BE49-F238E27FC236}">
                <a16:creationId xmlns:a16="http://schemas.microsoft.com/office/drawing/2014/main" id="{9BD715CF-B96E-44E6-BE73-8BF5F2DAB2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397314" y="5762288"/>
            <a:ext cx="1293495" cy="1293495"/>
          </a:xfrm>
          <a:prstGeom prst="rect">
            <a:avLst/>
          </a:prstGeom>
        </p:spPr>
      </p:pic>
      <p:pic>
        <p:nvPicPr>
          <p:cNvPr id="137" name="Рисунок 136">
            <a:extLst>
              <a:ext uri="{FF2B5EF4-FFF2-40B4-BE49-F238E27FC236}">
                <a16:creationId xmlns:a16="http://schemas.microsoft.com/office/drawing/2014/main" id="{A2F32D69-F8B5-4BDE-AE5A-B656070D5CA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132104" y="4506118"/>
            <a:ext cx="1204771" cy="1204771"/>
          </a:xfrm>
          <a:prstGeom prst="rect">
            <a:avLst/>
          </a:prstGeom>
        </p:spPr>
      </p:pic>
      <p:pic>
        <p:nvPicPr>
          <p:cNvPr id="138" name="Рисунок 137">
            <a:extLst>
              <a:ext uri="{FF2B5EF4-FFF2-40B4-BE49-F238E27FC236}">
                <a16:creationId xmlns:a16="http://schemas.microsoft.com/office/drawing/2014/main" id="{A52C3F14-86BC-41AE-9B20-85C700456B8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733992" y="4706913"/>
            <a:ext cx="803181" cy="803181"/>
          </a:xfrm>
          <a:prstGeom prst="rect">
            <a:avLst/>
          </a:prstGeom>
        </p:spPr>
      </p:pic>
      <p:pic>
        <p:nvPicPr>
          <p:cNvPr id="139" name="Рисунок 138">
            <a:extLst>
              <a:ext uri="{FF2B5EF4-FFF2-40B4-BE49-F238E27FC236}">
                <a16:creationId xmlns:a16="http://schemas.microsoft.com/office/drawing/2014/main" id="{9D80AA20-DDD8-4D82-A5B1-BD36AC99782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3777" y="4600861"/>
            <a:ext cx="1015284" cy="1015284"/>
          </a:xfrm>
          <a:prstGeom prst="rect">
            <a:avLst/>
          </a:prstGeom>
        </p:spPr>
      </p:pic>
      <p:pic>
        <p:nvPicPr>
          <p:cNvPr id="140" name="Рисунок 139">
            <a:extLst>
              <a:ext uri="{FF2B5EF4-FFF2-40B4-BE49-F238E27FC236}">
                <a16:creationId xmlns:a16="http://schemas.microsoft.com/office/drawing/2014/main" id="{76B07219-2069-4A59-A7F3-3E974D880F3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929090" y="5884826"/>
            <a:ext cx="1048419" cy="1048419"/>
          </a:xfrm>
          <a:prstGeom prst="rect">
            <a:avLst/>
          </a:prstGeom>
        </p:spPr>
      </p:pic>
      <p:pic>
        <p:nvPicPr>
          <p:cNvPr id="141" name="Объект 4">
            <a:extLst>
              <a:ext uri="{FF2B5EF4-FFF2-40B4-BE49-F238E27FC236}">
                <a16:creationId xmlns:a16="http://schemas.microsoft.com/office/drawing/2014/main" id="{3F96ECFD-BABF-42AD-AF6C-C4747079F70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75156" y="4461756"/>
            <a:ext cx="1293495" cy="1293495"/>
          </a:xfrm>
          <a:prstGeom prst="rect">
            <a:avLst/>
          </a:prstGeom>
        </p:spPr>
      </p:pic>
      <p:pic>
        <p:nvPicPr>
          <p:cNvPr id="142" name="Рисунок 141">
            <a:extLst>
              <a:ext uri="{FF2B5EF4-FFF2-40B4-BE49-F238E27FC236}">
                <a16:creationId xmlns:a16="http://schemas.microsoft.com/office/drawing/2014/main" id="{B0F5D21C-3D54-4545-B22E-FEC22304696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352008" y="4600861"/>
            <a:ext cx="1015284" cy="1015284"/>
          </a:xfrm>
          <a:prstGeom prst="rect">
            <a:avLst/>
          </a:prstGeom>
        </p:spPr>
      </p:pic>
      <p:pic>
        <p:nvPicPr>
          <p:cNvPr id="143" name="Рисунок 142">
            <a:extLst>
              <a:ext uri="{FF2B5EF4-FFF2-40B4-BE49-F238E27FC236}">
                <a16:creationId xmlns:a16="http://schemas.microsoft.com/office/drawing/2014/main" id="{92135845-7B14-4521-84D7-2155F326DC8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63582" y="4461756"/>
            <a:ext cx="1293495" cy="1293495"/>
          </a:xfrm>
          <a:prstGeom prst="rect">
            <a:avLst/>
          </a:prstGeom>
        </p:spPr>
      </p:pic>
      <p:pic>
        <p:nvPicPr>
          <p:cNvPr id="144" name="Рисунок 143">
            <a:extLst>
              <a:ext uri="{FF2B5EF4-FFF2-40B4-BE49-F238E27FC236}">
                <a16:creationId xmlns:a16="http://schemas.microsoft.com/office/drawing/2014/main" id="{0D872AEE-5624-4D45-A3A3-EA61D54463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48103" y="5806650"/>
            <a:ext cx="1204771" cy="1204771"/>
          </a:xfrm>
          <a:prstGeom prst="rect">
            <a:avLst/>
          </a:prstGeom>
        </p:spPr>
      </p:pic>
      <p:pic>
        <p:nvPicPr>
          <p:cNvPr id="145" name="Рисунок 144">
            <a:extLst>
              <a:ext uri="{FF2B5EF4-FFF2-40B4-BE49-F238E27FC236}">
                <a16:creationId xmlns:a16="http://schemas.microsoft.com/office/drawing/2014/main" id="{3F0E432F-8ACA-4687-8351-AF958BCFBC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549988" y="6007445"/>
            <a:ext cx="803181" cy="803181"/>
          </a:xfrm>
          <a:prstGeom prst="rect">
            <a:avLst/>
          </a:prstGeom>
        </p:spPr>
      </p:pic>
      <p:pic>
        <p:nvPicPr>
          <p:cNvPr id="146" name="Рисунок 145">
            <a:extLst>
              <a:ext uri="{FF2B5EF4-FFF2-40B4-BE49-F238E27FC236}">
                <a16:creationId xmlns:a16="http://schemas.microsoft.com/office/drawing/2014/main" id="{C744ABD2-5B43-4DEC-9C1B-8F0D40E4588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962223" y="4600861"/>
            <a:ext cx="1015284" cy="1015284"/>
          </a:xfrm>
          <a:prstGeom prst="rect">
            <a:avLst/>
          </a:prstGeom>
        </p:spPr>
      </p:pic>
      <p:pic>
        <p:nvPicPr>
          <p:cNvPr id="147" name="Рисунок 146">
            <a:extLst>
              <a:ext uri="{FF2B5EF4-FFF2-40B4-BE49-F238E27FC236}">
                <a16:creationId xmlns:a16="http://schemas.microsoft.com/office/drawing/2014/main" id="{EA273028-8BDE-4745-AE72-FB0B9F9A3F8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931806" y="4584294"/>
            <a:ext cx="1048419" cy="1048419"/>
          </a:xfrm>
          <a:prstGeom prst="rect">
            <a:avLst/>
          </a:prstGeom>
        </p:spPr>
      </p:pic>
      <p:pic>
        <p:nvPicPr>
          <p:cNvPr id="156" name="Объект 4">
            <a:extLst>
              <a:ext uri="{FF2B5EF4-FFF2-40B4-BE49-F238E27FC236}">
                <a16:creationId xmlns:a16="http://schemas.microsoft.com/office/drawing/2014/main" id="{C7EF023A-AE5B-48DD-A698-9A5E10A85BD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1169718" y="5843967"/>
            <a:ext cx="1293495" cy="1293495"/>
          </a:xfrm>
          <a:prstGeom prst="rect">
            <a:avLst/>
          </a:prstGeom>
        </p:spPr>
      </p:pic>
      <p:pic>
        <p:nvPicPr>
          <p:cNvPr id="157" name="Рисунок 156">
            <a:extLst>
              <a:ext uri="{FF2B5EF4-FFF2-40B4-BE49-F238E27FC236}">
                <a16:creationId xmlns:a16="http://schemas.microsoft.com/office/drawing/2014/main" id="{A4120492-B99D-4345-8DE2-CD4034943D6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07134" y="5983072"/>
            <a:ext cx="1015284" cy="1015284"/>
          </a:xfrm>
          <a:prstGeom prst="rect">
            <a:avLst/>
          </a:prstGeom>
        </p:spPr>
      </p:pic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9518B02E-3871-46E2-AEE2-819EFD71FAE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8708" y="5843967"/>
            <a:ext cx="1293495" cy="1293495"/>
          </a:xfrm>
          <a:prstGeom prst="rect">
            <a:avLst/>
          </a:prstGeom>
        </p:spPr>
      </p:pic>
      <p:pic>
        <p:nvPicPr>
          <p:cNvPr id="159" name="Рисунок 158">
            <a:extLst>
              <a:ext uri="{FF2B5EF4-FFF2-40B4-BE49-F238E27FC236}">
                <a16:creationId xmlns:a16="http://schemas.microsoft.com/office/drawing/2014/main" id="{5C096979-B94F-4B9E-BF3E-3597245790C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225676" y="5888329"/>
            <a:ext cx="1204771" cy="1204771"/>
          </a:xfrm>
          <a:prstGeom prst="rect">
            <a:avLst/>
          </a:prstGeom>
        </p:spPr>
      </p:pic>
      <p:pic>
        <p:nvPicPr>
          <p:cNvPr id="160" name="Рисунок 159">
            <a:extLst>
              <a:ext uri="{FF2B5EF4-FFF2-40B4-BE49-F238E27FC236}">
                <a16:creationId xmlns:a16="http://schemas.microsoft.com/office/drawing/2014/main" id="{8E7BC846-94BE-4907-B95F-C7415F2B203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827564" y="6089124"/>
            <a:ext cx="803181" cy="803181"/>
          </a:xfrm>
          <a:prstGeom prst="rect">
            <a:avLst/>
          </a:prstGeom>
        </p:spPr>
      </p:pic>
      <p:pic>
        <p:nvPicPr>
          <p:cNvPr id="161" name="Рисунок 160">
            <a:extLst>
              <a:ext uri="{FF2B5EF4-FFF2-40B4-BE49-F238E27FC236}">
                <a16:creationId xmlns:a16="http://schemas.microsoft.com/office/drawing/2014/main" id="{098271CD-5EEE-469A-B163-033A32FEAD3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217349" y="5983072"/>
            <a:ext cx="1015284" cy="1015284"/>
          </a:xfrm>
          <a:prstGeom prst="rect">
            <a:avLst/>
          </a:prstGeom>
        </p:spPr>
      </p:pic>
      <p:pic>
        <p:nvPicPr>
          <p:cNvPr id="162" name="Объект 4">
            <a:extLst>
              <a:ext uri="{FF2B5EF4-FFF2-40B4-BE49-F238E27FC236}">
                <a16:creationId xmlns:a16="http://schemas.microsoft.com/office/drawing/2014/main" id="{5C007C49-F55B-4C9D-A9FC-B969336CBC3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668728" y="5843967"/>
            <a:ext cx="1293495" cy="1293495"/>
          </a:xfrm>
          <a:prstGeom prst="rect">
            <a:avLst/>
          </a:prstGeom>
        </p:spPr>
      </p:pic>
      <p:pic>
        <p:nvPicPr>
          <p:cNvPr id="163" name="Рисунок 162">
            <a:extLst>
              <a:ext uri="{FF2B5EF4-FFF2-40B4-BE49-F238E27FC236}">
                <a16:creationId xmlns:a16="http://schemas.microsoft.com/office/drawing/2014/main" id="{07253EA4-DFE3-4134-BDFF-744BA0A7D74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25378" y="5966505"/>
            <a:ext cx="1048419" cy="104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3232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311</Words>
  <Application>Microsoft Office PowerPoint</Application>
  <PresentationFormat>Широкоэкранный</PresentationFormat>
  <Paragraphs>58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Gelasio</vt:lpstr>
      <vt:lpstr>Times New Roman</vt:lpstr>
      <vt:lpstr>Тема Office</vt:lpstr>
      <vt:lpstr>Курсовая </vt:lpstr>
      <vt:lpstr>Актуальность разработки</vt:lpstr>
      <vt:lpstr>Презентация PowerPoint</vt:lpstr>
      <vt:lpstr>Презентация PowerPoint</vt:lpstr>
      <vt:lpstr>Презентация PowerPoint</vt:lpstr>
      <vt:lpstr>Средства разработки</vt:lpstr>
      <vt:lpstr>Руководство пользователя </vt:lpstr>
      <vt:lpstr>Рекомендации пользователям по обеспечению информационной безопасности. </vt:lpstr>
      <vt:lpstr>Тестирование и отладка основных модулей </vt:lpstr>
      <vt:lpstr>Выводы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root</dc:creator>
  <cp:lastModifiedBy>root</cp:lastModifiedBy>
  <cp:revision>22</cp:revision>
  <dcterms:created xsi:type="dcterms:W3CDTF">2026-02-17T08:20:02Z</dcterms:created>
  <dcterms:modified xsi:type="dcterms:W3CDTF">2026-02-21T08:25:39Z</dcterms:modified>
</cp:coreProperties>
</file>