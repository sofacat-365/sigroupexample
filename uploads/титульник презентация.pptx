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19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32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89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68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88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19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260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05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09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44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9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E2286-D632-4826-AF5B-C58CD818757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06FDB-FEC1-4025-8702-1E391F4BFA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75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2030276" y="1569556"/>
            <a:ext cx="7856620" cy="20162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base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Авиационно-технологический колледж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3C2608F-0A7F-4BCC-AE70-AD38E34C8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06" y="0"/>
            <a:ext cx="147256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01819" y="3291350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756" y="3691460"/>
            <a:ext cx="944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  <a:r>
              <a:rPr lang="ru-RU" sz="240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сайта…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598311" y="5104535"/>
            <a:ext cx="10848622" cy="175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Выполнил студент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группы 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ИСП9-К42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И.О.Фамилия</a:t>
            </a:r>
            <a:r>
              <a:rPr lang="ru-RU" sz="2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А.А. Михалева</a:t>
            </a:r>
            <a:endParaRPr lang="ru-RU" sz="20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ru-RU" sz="2000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Ростов-на-Дону,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6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2030276" y="1569556"/>
            <a:ext cx="7856620" cy="20162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base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Авиационно-технологический колледж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3C2608F-0A7F-4BCC-AE70-AD38E34C8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06" y="0"/>
            <a:ext cx="147256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01819" y="3291350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756" y="3691460"/>
            <a:ext cx="944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</a:t>
            </a:r>
            <a:r>
              <a:rPr lang="ru-RU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сайта…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598311" y="5104535"/>
            <a:ext cx="10848622" cy="175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Выполнил студент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группы 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ИСП9-К42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И.О.Фамилия</a:t>
            </a:r>
            <a:r>
              <a:rPr lang="ru-RU" sz="2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А.А. Михалева</a:t>
            </a:r>
            <a:endParaRPr lang="ru-RU" sz="20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ru-RU" sz="2000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Ростов-на-Дону,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66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60</Words>
  <Application>Microsoft Office PowerPoint</Application>
  <PresentationFormat>Широкоэкранный</PresentationFormat>
  <Paragraphs>14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 Unicode MS</vt:lpstr>
      <vt:lpstr>Arial</vt:lpstr>
      <vt:lpstr>Calibri</vt:lpstr>
      <vt:lpstr>Calibri Light</vt:lpstr>
      <vt:lpstr>Times New Roman</vt:lpstr>
      <vt:lpstr>Wingdings 3</vt:lpstr>
      <vt:lpstr>Тема Office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6</cp:revision>
  <dcterms:created xsi:type="dcterms:W3CDTF">2026-02-13T09:55:57Z</dcterms:created>
  <dcterms:modified xsi:type="dcterms:W3CDTF">2026-02-16T10:24:25Z</dcterms:modified>
</cp:coreProperties>
</file>